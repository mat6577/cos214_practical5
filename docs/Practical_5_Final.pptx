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394" autoAdjust="0"/>
  </p:normalViewPr>
  <p:slideViewPr>
    <p:cSldViewPr snapToGrid="0">
      <p:cViewPr>
        <p:scale>
          <a:sx n="100" d="100"/>
          <a:sy n="100" d="100"/>
        </p:scale>
        <p:origin x="912" y="126"/>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9/20/2026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u25256387</a:t>
            </a:r>
            <a:br>
              <a:rPr lang="en-ZA" dirty="0"/>
            </a:br>
            <a:br>
              <a:rPr lang="en-ZA" sz="1400" dirty="0">
                <a:latin typeface="+mn-lt"/>
              </a:rPr>
            </a:br>
            <a:br>
              <a:rPr lang="en-ZA" sz="1400" dirty="0">
                <a:latin typeface="+mn-lt"/>
              </a:rPr>
            </a:br>
            <a:r>
              <a:rPr lang="en-ZA" sz="1400" dirty="0">
                <a:latin typeface="+mn-lt"/>
              </a:rPr>
              <a:t>Navela Hlungwani </a:t>
            </a:r>
            <a:r>
              <a:rPr lang="en-ZA" sz="1400" dirty="0"/>
              <a:t>– </a:t>
            </a: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3761295" y="2315599"/>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rcRect/>
          <a:stretch/>
        </p:blipFill>
        <p:spPr>
          <a:xfrm>
            <a:off x="1492506" y="960289"/>
            <a:ext cx="8996040" cy="5169720"/>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 – </a:t>
            </a:r>
            <a:br>
              <a:rPr lang="en-ZA" b="1" dirty="0"/>
            </a:br>
            <a:r>
              <a:rPr lang="en-ZA" dirty="0"/>
              <a:t>Dispatch Emergency Unit</a:t>
            </a:r>
            <a:br>
              <a:rPr lang="en-ZA" b="1" dirty="0"/>
            </a:br>
            <a:endParaRPr lang="en-ZA" dirty="0"/>
          </a:p>
        </p:txBody>
      </p:sp>
      <p:pic>
        <p:nvPicPr>
          <p:cNvPr id="6" name="Content Placeholder 5">
            <a:extLst>
              <a:ext uri="{FF2B5EF4-FFF2-40B4-BE49-F238E27FC236}">
                <a16:creationId xmlns:a16="http://schemas.microsoft.com/office/drawing/2014/main" id="{89541FE2-B8CF-F9F6-9231-BC6155E0C0B1}"/>
              </a:ext>
            </a:extLst>
          </p:cNvPr>
          <p:cNvPicPr>
            <a:picLocks noGrp="1" noChangeAspect="1"/>
          </p:cNvPicPr>
          <p:nvPr>
            <p:ph sz="quarter" idx="10"/>
          </p:nvPr>
        </p:nvPicPr>
        <p:blipFill>
          <a:blip r:embed="rId2"/>
          <a:srcRect/>
          <a:stretch/>
        </p:blipFill>
        <p:spPr>
          <a:xfrm>
            <a:off x="2252571" y="2273300"/>
            <a:ext cx="7763058" cy="3317875"/>
          </a:xfrm>
          <a:prstGeom prst="rect">
            <a:avLst/>
          </a:prstGeom>
        </p:spPr>
      </p:pic>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F16E0D52-38CE-08A2-BF70-9AF9114D432E}"/>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89CA08C1-5B58-2742-1CD1-C3538FC4E9D6}"/>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ZA" sz="1600" dirty="0"/>
          </a:p>
          <a:p>
            <a:pPr marL="0" indent="0">
              <a:buNone/>
            </a:pPr>
            <a:r>
              <a:rPr lang="en-ZA" dirty="0"/>
              <a:t>We began communicating as soon as the practical was released, which allowed us to divide the work equally. As a result, every member contributed to each component: writing code, designing the UML diagrams, and using a developer tool.</a:t>
            </a:r>
          </a:p>
          <a:p>
            <a:pPr marL="0" indent="0">
              <a:buNone/>
            </a:pPr>
            <a:r>
              <a:rPr lang="en-US" dirty="0"/>
              <a:t>Despite a few minor merge conflicts and design changes along the way, we communicated well and successfully integrated our code into a final working product.</a:t>
            </a:r>
            <a:endParaRPr lang="en-ZA" dirty="0"/>
          </a:p>
          <a:p>
            <a:pPr marL="0" indent="0">
              <a:buNone/>
            </a:pPr>
            <a:endParaRPr lang="en-ZA" dirty="0"/>
          </a:p>
          <a:p>
            <a:pPr marL="0" indent="0">
              <a:buNone/>
            </a:pPr>
            <a:endParaRPr lang="en-ZA"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normAutofit fontScale="85000" lnSpcReduction="10000"/>
          </a:bodyPr>
          <a:lstStyle/>
          <a:p>
            <a:r>
              <a:rPr lang="en-US" dirty="0"/>
              <a:t>Ashley: Implemented the Command and Mediator design patterns, set up the Docker build environment, worked on the initial UML and wrote the final submission PDF. Because my work involved offline architectural design and compiling the final report, my contributions are grouped into a few large commits rather than many small ones.</a:t>
            </a:r>
          </a:p>
          <a:p>
            <a:endParaRPr lang="en-US" dirty="0"/>
          </a:p>
          <a:p>
            <a:endParaRPr lang="en-US" dirty="0"/>
          </a:p>
          <a:p>
            <a:r>
              <a:rPr lang="en-US" dirty="0"/>
              <a:t>Tebello: I worked on the main, Façade, and adapter, </a:t>
            </a:r>
            <a:r>
              <a:rPr lang="en-ZA" dirty="0"/>
              <a:t>which explains the large gap between my commits and my teammates commits</a:t>
            </a:r>
            <a:r>
              <a:rPr lang="en-US" dirty="0"/>
              <a:t>. The work was however, split equally, and each member implemented at least one pattern.</a:t>
            </a:r>
          </a:p>
          <a:p>
            <a:endParaRPr lang="en-US" dirty="0"/>
          </a:p>
          <a:p>
            <a:endParaRPr lang="en-US" dirty="0"/>
          </a:p>
          <a:p>
            <a:r>
              <a:rPr lang="en-US" dirty="0" err="1"/>
              <a:t>Navela</a:t>
            </a:r>
            <a:r>
              <a:rPr lang="en-US" dirty="0"/>
              <a:t>:</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3.xml><?xml version="1.0" encoding="utf-8"?>
<ds:datastoreItem xmlns:ds="http://schemas.openxmlformats.org/officeDocument/2006/customXml" ds:itemID="{4C5C2001-E626-4890-B405-22B5BD1CB05A}">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125</TotalTime>
  <Words>914</Words>
  <Application>Microsoft Office PowerPoint</Application>
  <PresentationFormat>Widescreen</PresentationFormat>
  <Paragraphs>117</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u25256387   Navela Hlungwani –   </vt:lpstr>
      <vt:lpstr>System Description </vt:lpstr>
      <vt:lpstr>UML</vt:lpstr>
      <vt:lpstr>GoF Participant Mapping </vt:lpstr>
      <vt:lpstr>GoF Participant Mapping </vt:lpstr>
      <vt:lpstr>GoF Participant Mapping </vt:lpstr>
      <vt:lpstr>Justification for the Two Team-Selected Patterns  </vt:lpstr>
      <vt:lpstr>Behavioural Diagrams –  Dispatch Emergency Unit </vt:lpstr>
      <vt:lpstr>Behavioural Diagrams </vt:lpstr>
      <vt:lpstr>Behavioural Diagrams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12</cp:revision>
  <dcterms:created xsi:type="dcterms:W3CDTF">2026-09-19T17:18:30Z</dcterms:created>
  <dcterms:modified xsi:type="dcterms:W3CDTF">2026-09-20T10:36:32Z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