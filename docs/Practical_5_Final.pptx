
<file path=[Content_Types].xml><?xml version="1.0" encoding="utf-8"?>
<Types xmlns="http://schemas.openxmlformats.org/package/2006/content-types">
  <Default Extension="jpeg" ContentType="image/jpeg"/>
  <Default Extension="png" ContentType="image/png"/>
  <Default Extension="rels" ContentType="application/vnd.openxmlformats-package.relationships+xml"/>
  <Default Extension="xml" ContentType="application/xml"/>
  <Override PartName="/ppt/presentation.xml" ContentType="application/vnd.openxmlformats-officedocument.presentationml.presentation.main+xml"/>
  <Override PartName="/customXml/itemProps1.xml" ContentType="application/vnd.openxmlformats-officedocument.customXmlProperties+xml"/>
  <Override PartName="/customXml/itemProps2.xml" ContentType="application/vnd.openxmlformats-officedocument.customXmlProperties+xml"/>
  <Override PartName="/customXml/itemProps3.xml" ContentType="application/vnd.openxmlformats-officedocument.customXmlProperties+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notesMasters/notesMaster1.xml" ContentType="application/vnd.openxmlformats-officedocument.presentationml.notesMaster+xml"/>
  <Override PartName="/ppt/handoutMasters/handoutMaster1.xml" ContentType="application/vnd.openxmlformats-officedocument.presentationml.handout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12.xml" ContentType="application/vnd.openxmlformats-officedocument.presentationml.slideLayout+xml"/>
  <Override PartName="/ppt/slideLayouts/slideLayout13.xml" ContentType="application/vnd.openxmlformats-officedocument.presentationml.slideLayout+xml"/>
  <Override PartName="/ppt/slideLayouts/slideLayout14.xml" ContentType="application/vnd.openxmlformats-officedocument.presentationml.slideLayout+xml"/>
  <Override PartName="/ppt/theme/theme2.xml" ContentType="application/vnd.openxmlformats-officedocument.theme+xml"/>
  <Override PartName="/ppt/theme/theme3.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Override PartName="/docProps/custom.xml" ContentType="application/vnd.openxmlformats-officedocument.custom-properties+xml"/>
  <Override PartName="/docMetadata/LabelInfo.xml" ContentType="application/vnd.ms-office.classificationlabels+xml"/>
</Types>
</file>

<file path=_rels/.rels><?xml version="1.0" encoding="UTF-8" standalone="yes"?>
<Relationships xmlns="http://schemas.openxmlformats.org/package/2006/relationships"><Relationship Id="rId3" Type="http://schemas.openxmlformats.org/package/2006/relationships/metadata/core-properties" Target="docProps/core.xml"/><Relationship Id="rId2" Type="http://schemas.openxmlformats.org/package/2006/relationships/metadata/thumbnail" Target="docProps/thumbnail.jpeg"/><Relationship Id="rId1" Type="http://schemas.openxmlformats.org/officeDocument/2006/relationships/officeDocument" Target="ppt/presentation.xml"/><Relationship Id="rId6" Type="http://schemas.microsoft.com/office/2020/02/relationships/classificationlabels" Target="docMetadata/LabelInfo.xml"/><Relationship Id="rId5" Type="http://schemas.openxmlformats.org/officeDocument/2006/relationships/custom-properties" Target="docProps/custom.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712" r:id="rId4"/>
  </p:sldMasterIdLst>
  <p:notesMasterIdLst>
    <p:notesMasterId r:id="rId22"/>
  </p:notesMasterIdLst>
  <p:handoutMasterIdLst>
    <p:handoutMasterId r:id="rId23"/>
  </p:handoutMasterIdLst>
  <p:sldIdLst>
    <p:sldId id="436" r:id="rId5"/>
    <p:sldId id="450" r:id="rId6"/>
    <p:sldId id="449" r:id="rId7"/>
    <p:sldId id="440" r:id="rId8"/>
    <p:sldId id="451" r:id="rId9"/>
    <p:sldId id="452" r:id="rId10"/>
    <p:sldId id="453" r:id="rId11"/>
    <p:sldId id="454" r:id="rId12"/>
    <p:sldId id="455" r:id="rId13"/>
    <p:sldId id="456" r:id="rId14"/>
    <p:sldId id="457" r:id="rId15"/>
    <p:sldId id="458" r:id="rId16"/>
    <p:sldId id="459" r:id="rId17"/>
    <p:sldId id="460" r:id="rId18"/>
    <p:sldId id="461" r:id="rId19"/>
    <p:sldId id="462" r:id="rId20"/>
    <p:sldId id="463" r:id="rId21"/>
  </p:sldIdLst>
  <p:sldSz cx="12192000" cy="6858000"/>
  <p:notesSz cx="6858000" cy="9144000"/>
  <p:defaultTex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521415D9-36F7-43E2-AB2F-B90AF26B5E84}">
      <p14:sectionLst xmlns:p14="http://schemas.microsoft.com/office/powerpoint/2010/main">
        <p14:section name="Default Section" id="{156558F1-A933-43E3-8FFD-F59B8560E146}">
          <p14:sldIdLst>
            <p14:sldId id="436"/>
            <p14:sldId id="450"/>
          </p14:sldIdLst>
        </p14:section>
        <p14:section name="title" id="{10B45B0A-FC76-4BAE-B3CB-7A4FBAF7D896}">
          <p14:sldIdLst>
            <p14:sldId id="449"/>
            <p14:sldId id="440"/>
            <p14:sldId id="451"/>
            <p14:sldId id="452"/>
            <p14:sldId id="453"/>
            <p14:sldId id="454"/>
            <p14:sldId id="455"/>
            <p14:sldId id="456"/>
            <p14:sldId id="457"/>
            <p14:sldId id="458"/>
            <p14:sldId id="459"/>
            <p14:sldId id="460"/>
            <p14:sldId id="461"/>
            <p14:sldId id="462"/>
            <p14:sldId id="463"/>
          </p14:sldIdLst>
        </p14:section>
      </p14:sectionLst>
    </p:ext>
    <p:ext uri="{EFAFB233-063F-42B5-8137-9DF3F51BA10A}">
      <p15:sldGuideLst xmlns:p15="http://schemas.microsoft.com/office/powerpoint/2012/main"/>
    </p:ext>
    <p:ext uri="{2D200454-40CA-4A62-9FC3-DE9A4176ACB9}">
      <p15:notes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showPr showNarration="1">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clrMru>
    <a:srgbClr val="418187"/>
    <a:srgbClr val="0C4046"/>
  </p:clrMru>
  <p:extLst>
    <p:ext uri="{E76CE94A-603C-4142-B9EB-6D1370010A27}">
      <p14:discardImageEditData xmlns:p14="http://schemas.microsoft.com/office/powerpoint/2010/main" val="0"/>
    </p:ext>
    <p:ext uri="{D31A062A-798A-4329-ABDD-BBA856620510}">
      <p14:defaultImageDpi xmlns:p14="http://schemas.microsoft.com/office/powerpoint/2010/main" val="150"/>
    </p:ext>
    <p:ext uri="{FD5EFAAD-0ECE-453E-9831-46B23BE46B34}">
      <p15:chartTrackingRefBased xmlns:p15="http://schemas.microsoft.com/office/powerpoint/2012/main" val="1"/>
    </p:ext>
  </p:extLst>
</p:presentationPr>
</file>

<file path=ppt/tableStyles.xml><?xml version="1.0" encoding="utf-8"?>
<a:tblStyleLst xmlns:a="http://schemas.openxmlformats.org/drawingml/2006/main" def="{0E3FDE45-AF77-4B5C-9715-49D594BDF05E}">
  <a:tblStyle styleId="{5C22544A-7EE6-4342-B048-85BDC9FD1C3A}" styleName="Medium Style 2 - Accent 1">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1">
              <a:tint val="20000"/>
            </a:schemeClr>
          </a:solidFill>
        </a:fill>
      </a:tcStyle>
    </a:wholeTbl>
    <a:band1H>
      <a:tcStyle>
        <a:tcBdr/>
        <a:fill>
          <a:solidFill>
            <a:schemeClr val="accent1">
              <a:tint val="40000"/>
            </a:schemeClr>
          </a:solidFill>
        </a:fill>
      </a:tcStyle>
    </a:band1H>
    <a:band2H>
      <a:tcStyle>
        <a:tcBdr/>
      </a:tcStyle>
    </a:band2H>
    <a:band1V>
      <a:tcStyle>
        <a:tcBdr/>
        <a:fill>
          <a:solidFill>
            <a:schemeClr val="accent1">
              <a:tint val="40000"/>
            </a:schemeClr>
          </a:solidFill>
        </a:fill>
      </a:tcStyle>
    </a:band1V>
    <a:band2V>
      <a:tcStyle>
        <a:tcBdr/>
      </a:tcStyle>
    </a:band2V>
    <a:lastCol>
      <a:tcTxStyle b="on">
        <a:fontRef idx="minor">
          <a:prstClr val="black"/>
        </a:fontRef>
        <a:schemeClr val="lt1"/>
      </a:tcTxStyle>
      <a:tcStyle>
        <a:tcBdr/>
        <a:fill>
          <a:solidFill>
            <a:schemeClr val="accent1"/>
          </a:solidFill>
        </a:fill>
      </a:tcStyle>
    </a:lastCol>
    <a:firstCol>
      <a:tcTxStyle b="on">
        <a:fontRef idx="minor">
          <a:prstClr val="black"/>
        </a:fontRef>
        <a:schemeClr val="lt1"/>
      </a:tcTxStyle>
      <a:tcStyle>
        <a:tcBdr/>
        <a:fill>
          <a:solidFill>
            <a:schemeClr val="accent1"/>
          </a:solidFill>
        </a:fill>
      </a:tcStyle>
    </a:firstCol>
    <a:lastRow>
      <a:tcTxStyle b="on">
        <a:fontRef idx="minor">
          <a:prstClr val="black"/>
        </a:fontRef>
        <a:schemeClr val="lt1"/>
      </a:tcTxStyle>
      <a:tcStyle>
        <a:tcBdr>
          <a:top>
            <a:ln w="38100" cmpd="sng">
              <a:solidFill>
                <a:schemeClr val="lt1"/>
              </a:solidFill>
            </a:ln>
          </a:top>
        </a:tcBdr>
        <a:fill>
          <a:solidFill>
            <a:schemeClr val="accent1"/>
          </a:solidFill>
        </a:fill>
      </a:tcStyle>
    </a:lastRow>
    <a:firstRow>
      <a:tcTxStyle b="on">
        <a:fontRef idx="minor">
          <a:prstClr val="black"/>
        </a:fontRef>
        <a:schemeClr val="lt1"/>
      </a:tcTxStyle>
      <a:tcStyle>
        <a:tcBdr>
          <a:bottom>
            <a:ln w="38100" cmpd="sng">
              <a:solidFill>
                <a:schemeClr val="lt1"/>
              </a:solidFill>
            </a:ln>
          </a:bottom>
        </a:tcBdr>
        <a:fill>
          <a:solidFill>
            <a:schemeClr val="accent1"/>
          </a:solidFill>
        </a:fill>
      </a:tcStyle>
    </a:firstRow>
  </a:tblStyle>
  <a:tblStyle styleId="{F5AB1C69-6EDB-4FF4-983F-18BD219EF322}" styleName="Medium Style 2 - Accent 3">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3">
              <a:tint val="20000"/>
            </a:schemeClr>
          </a:solidFill>
        </a:fill>
      </a:tcStyle>
    </a:wholeTbl>
    <a:band1H>
      <a:tcStyle>
        <a:tcBdr/>
        <a:fill>
          <a:solidFill>
            <a:schemeClr val="accent3">
              <a:tint val="40000"/>
            </a:schemeClr>
          </a:solidFill>
        </a:fill>
      </a:tcStyle>
    </a:band1H>
    <a:band2H>
      <a:tcStyle>
        <a:tcBdr/>
      </a:tcStyle>
    </a:band2H>
    <a:band1V>
      <a:tcStyle>
        <a:tcBdr/>
        <a:fill>
          <a:solidFill>
            <a:schemeClr val="accent3">
              <a:tint val="40000"/>
            </a:schemeClr>
          </a:solidFill>
        </a:fill>
      </a:tcStyle>
    </a:band1V>
    <a:band2V>
      <a:tcStyle>
        <a:tcBdr/>
      </a:tcStyle>
    </a:band2V>
    <a:lastCol>
      <a:tcTxStyle b="on">
        <a:fontRef idx="minor">
          <a:prstClr val="black"/>
        </a:fontRef>
        <a:schemeClr val="lt1"/>
      </a:tcTxStyle>
      <a:tcStyle>
        <a:tcBdr/>
        <a:fill>
          <a:solidFill>
            <a:schemeClr val="accent3"/>
          </a:solidFill>
        </a:fill>
      </a:tcStyle>
    </a:lastCol>
    <a:firstCol>
      <a:tcTxStyle b="on">
        <a:fontRef idx="minor">
          <a:prstClr val="black"/>
        </a:fontRef>
        <a:schemeClr val="lt1"/>
      </a:tcTxStyle>
      <a:tcStyle>
        <a:tcBdr/>
        <a:fill>
          <a:solidFill>
            <a:schemeClr val="accent3"/>
          </a:solidFill>
        </a:fill>
      </a:tcStyle>
    </a:firstCol>
    <a:lastRow>
      <a:tcTxStyle b="on">
        <a:fontRef idx="minor">
          <a:prstClr val="black"/>
        </a:fontRef>
        <a:schemeClr val="lt1"/>
      </a:tcTxStyle>
      <a:tcStyle>
        <a:tcBdr>
          <a:top>
            <a:ln w="38100" cmpd="sng">
              <a:solidFill>
                <a:schemeClr val="lt1"/>
              </a:solidFill>
            </a:ln>
          </a:top>
        </a:tcBdr>
        <a:fill>
          <a:solidFill>
            <a:schemeClr val="accent3"/>
          </a:solidFill>
        </a:fill>
      </a:tcStyle>
    </a:lastRow>
    <a:firstRow>
      <a:tcTxStyle b="on">
        <a:fontRef idx="minor">
          <a:prstClr val="black"/>
        </a:fontRef>
        <a:schemeClr val="lt1"/>
      </a:tcTxStyle>
      <a:tcStyle>
        <a:tcBdr>
          <a:bottom>
            <a:ln w="38100" cmpd="sng">
              <a:solidFill>
                <a:schemeClr val="lt1"/>
              </a:solidFill>
            </a:ln>
          </a:bottom>
        </a:tcBdr>
        <a:fill>
          <a:solidFill>
            <a:schemeClr val="accent3"/>
          </a:solidFill>
        </a:fill>
      </a:tcStyle>
    </a:firstRow>
  </a:tblStyle>
  <a:tblStyle styleId="{00A15C55-8517-42AA-B614-E9B94910E393}" styleName="Medium Style 2 - Accent 4">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4">
              <a:tint val="20000"/>
            </a:schemeClr>
          </a:solidFill>
        </a:fill>
      </a:tcStyle>
    </a:wholeTbl>
    <a:band1H>
      <a:tcStyle>
        <a:tcBdr/>
        <a:fill>
          <a:solidFill>
            <a:schemeClr val="accent4">
              <a:tint val="40000"/>
            </a:schemeClr>
          </a:solidFill>
        </a:fill>
      </a:tcStyle>
    </a:band1H>
    <a:band2H>
      <a:tcStyle>
        <a:tcBdr/>
      </a:tcStyle>
    </a:band2H>
    <a:band1V>
      <a:tcStyle>
        <a:tcBdr/>
        <a:fill>
          <a:solidFill>
            <a:schemeClr val="accent4">
              <a:tint val="40000"/>
            </a:schemeClr>
          </a:solidFill>
        </a:fill>
      </a:tcStyle>
    </a:band1V>
    <a:band2V>
      <a:tcStyle>
        <a:tcBdr/>
      </a:tcStyle>
    </a:band2V>
    <a:lastCol>
      <a:tcTxStyle b="on">
        <a:fontRef idx="minor">
          <a:prstClr val="black"/>
        </a:fontRef>
        <a:schemeClr val="lt1"/>
      </a:tcTxStyle>
      <a:tcStyle>
        <a:tcBdr/>
        <a:fill>
          <a:solidFill>
            <a:schemeClr val="accent4"/>
          </a:solidFill>
        </a:fill>
      </a:tcStyle>
    </a:lastCol>
    <a:firstCol>
      <a:tcTxStyle b="on">
        <a:fontRef idx="minor">
          <a:prstClr val="black"/>
        </a:fontRef>
        <a:schemeClr val="lt1"/>
      </a:tcTxStyle>
      <a:tcStyle>
        <a:tcBdr/>
        <a:fill>
          <a:solidFill>
            <a:schemeClr val="accent4"/>
          </a:solidFill>
        </a:fill>
      </a:tcStyle>
    </a:firstCol>
    <a:lastRow>
      <a:tcTxStyle b="on">
        <a:fontRef idx="minor">
          <a:prstClr val="black"/>
        </a:fontRef>
        <a:schemeClr val="lt1"/>
      </a:tcTxStyle>
      <a:tcStyle>
        <a:tcBdr>
          <a:top>
            <a:ln w="38100" cmpd="sng">
              <a:solidFill>
                <a:schemeClr val="lt1"/>
              </a:solidFill>
            </a:ln>
          </a:top>
        </a:tcBdr>
        <a:fill>
          <a:solidFill>
            <a:schemeClr val="accent4"/>
          </a:solidFill>
        </a:fill>
      </a:tcStyle>
    </a:lastRow>
    <a:firstRow>
      <a:tcTxStyle b="on">
        <a:fontRef idx="minor">
          <a:prstClr val="black"/>
        </a:fontRef>
        <a:schemeClr val="lt1"/>
      </a:tcTxStyle>
      <a:tcStyle>
        <a:tcBdr>
          <a:bottom>
            <a:ln w="38100" cmpd="sng">
              <a:solidFill>
                <a:schemeClr val="lt1"/>
              </a:solidFill>
            </a:ln>
          </a:bottom>
        </a:tcBdr>
        <a:fill>
          <a:solidFill>
            <a:schemeClr val="accent4"/>
          </a:solidFill>
        </a:fill>
      </a:tcStyle>
    </a:firstRow>
  </a:tblStyle>
  <a:tblStyle styleId="{93296810-A885-4BE3-A3E7-6D5BEEA58F35}" styleName="Medium Style 2 - Accent 6">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6">
              <a:tint val="20000"/>
            </a:schemeClr>
          </a:solidFill>
        </a:fill>
      </a:tcStyle>
    </a:wholeTbl>
    <a:band1H>
      <a:tcStyle>
        <a:tcBdr/>
        <a:fill>
          <a:solidFill>
            <a:schemeClr val="accent6">
              <a:tint val="40000"/>
            </a:schemeClr>
          </a:solidFill>
        </a:fill>
      </a:tcStyle>
    </a:band1H>
    <a:band2H>
      <a:tcStyle>
        <a:tcBdr/>
      </a:tcStyle>
    </a:band2H>
    <a:band1V>
      <a:tcStyle>
        <a:tcBdr/>
        <a:fill>
          <a:solidFill>
            <a:schemeClr val="accent6">
              <a:tint val="40000"/>
            </a:schemeClr>
          </a:solidFill>
        </a:fill>
      </a:tcStyle>
    </a:band1V>
    <a:band2V>
      <a:tcStyle>
        <a:tcBdr/>
      </a:tcStyle>
    </a:band2V>
    <a:lastCol>
      <a:tcTxStyle b="on">
        <a:fontRef idx="minor">
          <a:prstClr val="black"/>
        </a:fontRef>
        <a:schemeClr val="lt1"/>
      </a:tcTxStyle>
      <a:tcStyle>
        <a:tcBdr/>
        <a:fill>
          <a:solidFill>
            <a:schemeClr val="accent6"/>
          </a:solidFill>
        </a:fill>
      </a:tcStyle>
    </a:lastCol>
    <a:firstCol>
      <a:tcTxStyle b="on">
        <a:fontRef idx="minor">
          <a:prstClr val="black"/>
        </a:fontRef>
        <a:schemeClr val="lt1"/>
      </a:tcTxStyle>
      <a:tcStyle>
        <a:tcBdr/>
        <a:fill>
          <a:solidFill>
            <a:schemeClr val="accent6"/>
          </a:solidFill>
        </a:fill>
      </a:tcStyle>
    </a:firstCol>
    <a:lastRow>
      <a:tcTxStyle b="on">
        <a:fontRef idx="minor">
          <a:prstClr val="black"/>
        </a:fontRef>
        <a:schemeClr val="lt1"/>
      </a:tcTxStyle>
      <a:tcStyle>
        <a:tcBdr>
          <a:top>
            <a:ln w="38100" cmpd="sng">
              <a:solidFill>
                <a:schemeClr val="lt1"/>
              </a:solidFill>
            </a:ln>
          </a:top>
        </a:tcBdr>
        <a:fill>
          <a:solidFill>
            <a:schemeClr val="accent6"/>
          </a:solidFill>
        </a:fill>
      </a:tcStyle>
    </a:lastRow>
    <a:firstRow>
      <a:tcTxStyle b="on">
        <a:fontRef idx="minor">
          <a:prstClr val="black"/>
        </a:fontRef>
        <a:schemeClr val="lt1"/>
      </a:tcTxStyle>
      <a:tcStyle>
        <a:tcBdr>
          <a:bottom>
            <a:ln w="38100" cmpd="sng">
              <a:solidFill>
                <a:schemeClr val="lt1"/>
              </a:solidFill>
            </a:ln>
          </a:bottom>
        </a:tcBdr>
        <a:fill>
          <a:solidFill>
            <a:schemeClr val="accent6"/>
          </a:solidFill>
        </a:fill>
      </a:tcStyle>
    </a:firstRow>
  </a:tblStyle>
  <a:tblStyle styleId="{21E4AEA4-8DFA-4A89-87EB-49C32662AFE0}" styleName="Medium Style 2 - Accent 2">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2">
              <a:tint val="20000"/>
            </a:schemeClr>
          </a:solidFill>
        </a:fill>
      </a:tcStyle>
    </a:wholeTbl>
    <a:band1H>
      <a:tcStyle>
        <a:tcBdr/>
        <a:fill>
          <a:solidFill>
            <a:schemeClr val="accent2">
              <a:tint val="40000"/>
            </a:schemeClr>
          </a:solidFill>
        </a:fill>
      </a:tcStyle>
    </a:band1H>
    <a:band2H>
      <a:tcStyle>
        <a:tcBdr/>
      </a:tcStyle>
    </a:band2H>
    <a:band1V>
      <a:tcStyle>
        <a:tcBdr/>
        <a:fill>
          <a:solidFill>
            <a:schemeClr val="accent2">
              <a:tint val="40000"/>
            </a:schemeClr>
          </a:solidFill>
        </a:fill>
      </a:tcStyle>
    </a:band1V>
    <a:band2V>
      <a:tcStyle>
        <a:tcBdr/>
      </a:tcStyle>
    </a:band2V>
    <a:lastCol>
      <a:tcTxStyle b="on">
        <a:fontRef idx="minor">
          <a:prstClr val="black"/>
        </a:fontRef>
        <a:schemeClr val="lt1"/>
      </a:tcTxStyle>
      <a:tcStyle>
        <a:tcBdr/>
        <a:fill>
          <a:solidFill>
            <a:schemeClr val="accent2"/>
          </a:solidFill>
        </a:fill>
      </a:tcStyle>
    </a:lastCol>
    <a:firstCol>
      <a:tcTxStyle b="on">
        <a:fontRef idx="minor">
          <a:prstClr val="black"/>
        </a:fontRef>
        <a:schemeClr val="lt1"/>
      </a:tcTxStyle>
      <a:tcStyle>
        <a:tcBdr/>
        <a:fill>
          <a:solidFill>
            <a:schemeClr val="accent2"/>
          </a:solidFill>
        </a:fill>
      </a:tcStyle>
    </a:firstCol>
    <a:lastRow>
      <a:tcTxStyle b="on">
        <a:fontRef idx="minor">
          <a:prstClr val="black"/>
        </a:fontRef>
        <a:schemeClr val="lt1"/>
      </a:tcTxStyle>
      <a:tcStyle>
        <a:tcBdr>
          <a:top>
            <a:ln w="38100" cmpd="sng">
              <a:solidFill>
                <a:schemeClr val="lt1"/>
              </a:solidFill>
            </a:ln>
          </a:top>
        </a:tcBdr>
        <a:fill>
          <a:solidFill>
            <a:schemeClr val="accent2"/>
          </a:solidFill>
        </a:fill>
      </a:tcStyle>
    </a:lastRow>
    <a:firstRow>
      <a:tcTxStyle b="on">
        <a:fontRef idx="minor">
          <a:prstClr val="black"/>
        </a:fontRef>
        <a:schemeClr val="lt1"/>
      </a:tcTxStyle>
      <a:tcStyle>
        <a:tcBdr>
          <a:bottom>
            <a:ln w="38100" cmpd="sng">
              <a:solidFill>
                <a:schemeClr val="lt1"/>
              </a:solidFill>
            </a:ln>
          </a:bottom>
        </a:tcBdr>
        <a:fill>
          <a:solidFill>
            <a:schemeClr val="accent2"/>
          </a:solidFill>
        </a:fill>
      </a:tcStyle>
    </a:firstRow>
  </a:tblStyle>
  <a:tblStyle styleId="{69C7853C-536D-4A76-A0AE-DD22124D55A5}" styleName="Themed Style 1 - Accent 3">
    <a:tblBg>
      <a:fillRef idx="2">
        <a:schemeClr val="accent3"/>
      </a:fillRef>
      <a:effectRef idx="1">
        <a:schemeClr val="accent3"/>
      </a:effectRef>
    </a:tblBg>
    <a:wholeTbl>
      <a:tcTxStyle>
        <a:fontRef idx="minor">
          <a:scrgbClr r="0" g="0" b="0"/>
        </a:fontRef>
        <a:schemeClr val="dk1"/>
      </a:tcTxStyle>
      <a:tcStyle>
        <a:tcBdr>
          <a:left>
            <a:lnRef idx="1">
              <a:schemeClr val="accent3"/>
            </a:lnRef>
          </a:left>
          <a:right>
            <a:lnRef idx="1">
              <a:schemeClr val="accent3"/>
            </a:lnRef>
          </a:right>
          <a:top>
            <a:lnRef idx="1">
              <a:schemeClr val="accent3"/>
            </a:lnRef>
          </a:top>
          <a:bottom>
            <a:lnRef idx="1">
              <a:schemeClr val="accent3"/>
            </a:lnRef>
          </a:bottom>
          <a:insideH>
            <a:lnRef idx="1">
              <a:schemeClr val="accent3"/>
            </a:lnRef>
          </a:insideH>
          <a:insideV>
            <a:lnRef idx="1">
              <a:schemeClr val="accent3"/>
            </a:lnRef>
          </a:insideV>
        </a:tcBdr>
        <a:fill>
          <a:noFill/>
        </a:fill>
      </a:tcStyle>
    </a:wholeTbl>
    <a:band1H>
      <a:tcStyle>
        <a:tcBdr/>
        <a:fill>
          <a:solidFill>
            <a:schemeClr val="accent3">
              <a:alpha val="40000"/>
            </a:schemeClr>
          </a:solidFill>
        </a:fill>
      </a:tcStyle>
    </a:band1H>
    <a:band2H>
      <a:tcStyle>
        <a:tcBdr/>
      </a:tcStyle>
    </a:band2H>
    <a:band1V>
      <a:tcStyle>
        <a:tcBdr>
          <a:top>
            <a:lnRef idx="1">
              <a:schemeClr val="accent3"/>
            </a:lnRef>
          </a:top>
          <a:bottom>
            <a:lnRef idx="1">
              <a:schemeClr val="accent3"/>
            </a:lnRef>
          </a:bottom>
        </a:tcBdr>
        <a:fill>
          <a:solidFill>
            <a:schemeClr val="accent3">
              <a:alpha val="40000"/>
            </a:schemeClr>
          </a:solidFill>
        </a:fill>
      </a:tcStyle>
    </a:band1V>
    <a:band2V>
      <a:tcStyle>
        <a:tcBdr/>
      </a:tcStyle>
    </a:band2V>
    <a:lastCol>
      <a:tcTxStyle b="on"/>
      <a:tcStyle>
        <a:tcBdr>
          <a:left>
            <a:lnRef idx="2">
              <a:schemeClr val="accent3"/>
            </a:lnRef>
          </a:left>
          <a:right>
            <a:lnRef idx="1">
              <a:schemeClr val="accent3"/>
            </a:lnRef>
          </a:right>
          <a:top>
            <a:lnRef idx="1">
              <a:schemeClr val="accent3"/>
            </a:lnRef>
          </a:top>
          <a:bottom>
            <a:lnRef idx="1">
              <a:schemeClr val="accent3"/>
            </a:lnRef>
          </a:bottom>
          <a:insideH>
            <a:lnRef idx="1">
              <a:schemeClr val="accent3"/>
            </a:lnRef>
          </a:insideH>
          <a:insideV>
            <a:ln>
              <a:noFill/>
            </a:ln>
          </a:insideV>
        </a:tcBdr>
      </a:tcStyle>
    </a:lastCol>
    <a:firstCol>
      <a:tcTxStyle b="on"/>
      <a:tcStyle>
        <a:tcBdr>
          <a:left>
            <a:lnRef idx="1">
              <a:schemeClr val="accent3"/>
            </a:lnRef>
          </a:left>
          <a:right>
            <a:lnRef idx="2">
              <a:schemeClr val="accent3"/>
            </a:lnRef>
          </a:right>
          <a:top>
            <a:lnRef idx="1">
              <a:schemeClr val="accent3"/>
            </a:lnRef>
          </a:top>
          <a:bottom>
            <a:lnRef idx="1">
              <a:schemeClr val="accent3"/>
            </a:lnRef>
          </a:bottom>
          <a:insideH>
            <a:lnRef idx="1">
              <a:schemeClr val="accent3"/>
            </a:lnRef>
          </a:insideH>
          <a:insideV>
            <a:ln>
              <a:noFill/>
            </a:ln>
          </a:insideV>
        </a:tcBdr>
      </a:tcStyle>
    </a:firstCol>
    <a:lastRow>
      <a:tcTxStyle b="on"/>
      <a:tcStyle>
        <a:tcBdr>
          <a:left>
            <a:lnRef idx="1">
              <a:schemeClr val="accent3"/>
            </a:lnRef>
          </a:left>
          <a:right>
            <a:lnRef idx="1">
              <a:schemeClr val="accent3"/>
            </a:lnRef>
          </a:right>
          <a:top>
            <a:lnRef idx="2">
              <a:schemeClr val="accent3"/>
            </a:lnRef>
          </a:top>
          <a:bottom>
            <a:lnRef idx="2">
              <a:schemeClr val="accent3"/>
            </a:lnRef>
          </a:bottom>
          <a:insideH>
            <a:ln>
              <a:noFill/>
            </a:ln>
          </a:insideH>
          <a:insideV>
            <a:ln>
              <a:noFill/>
            </a:ln>
          </a:insideV>
        </a:tcBdr>
        <a:fill>
          <a:noFill/>
        </a:fill>
      </a:tcStyle>
    </a:lastRow>
    <a:firstRow>
      <a:tcTxStyle b="on">
        <a:fontRef idx="minor">
          <a:scrgbClr r="0" g="0" b="0"/>
        </a:fontRef>
        <a:schemeClr val="lt1"/>
      </a:tcTxStyle>
      <a:tcStyle>
        <a:tcBdr>
          <a:left>
            <a:lnRef idx="1">
              <a:schemeClr val="accent3"/>
            </a:lnRef>
          </a:left>
          <a:right>
            <a:lnRef idx="1">
              <a:schemeClr val="accent3"/>
            </a:lnRef>
          </a:right>
          <a:top>
            <a:lnRef idx="1">
              <a:schemeClr val="accent3"/>
            </a:lnRef>
          </a:top>
          <a:bottom>
            <a:lnRef idx="2">
              <a:schemeClr val="lt1"/>
            </a:lnRef>
          </a:bottom>
          <a:insideH>
            <a:ln>
              <a:noFill/>
            </a:ln>
          </a:insideH>
          <a:insideV>
            <a:ln>
              <a:noFill/>
            </a:ln>
          </a:insideV>
        </a:tcBdr>
        <a:fill>
          <a:solidFill>
            <a:schemeClr val="accent3"/>
          </a:solidFill>
        </a:fill>
      </a:tcStyle>
    </a:firstRow>
  </a:tblStyle>
  <a:tblStyle styleId="{9DCAF9ED-07DC-4A11-8D7F-57B35C25682E}" styleName="Medium Style 1 - Accent 2">
    <a:wholeTbl>
      <a:tcTxStyle>
        <a:fontRef idx="minor">
          <a:scrgbClr r="0" g="0" b="0"/>
        </a:fontRef>
        <a:schemeClr val="dk1"/>
      </a:tcTxStyle>
      <a:tcStyle>
        <a:tcBdr>
          <a:left>
            <a:ln w="12700" cmpd="sng">
              <a:solidFill>
                <a:schemeClr val="accent2"/>
              </a:solidFill>
            </a:ln>
          </a:left>
          <a:right>
            <a:ln w="12700" cmpd="sng">
              <a:solidFill>
                <a:schemeClr val="accent2"/>
              </a:solidFill>
            </a:ln>
          </a:right>
          <a:top>
            <a:ln w="12700" cmpd="sng">
              <a:solidFill>
                <a:schemeClr val="accent2"/>
              </a:solidFill>
            </a:ln>
          </a:top>
          <a:bottom>
            <a:ln w="12700" cmpd="sng">
              <a:solidFill>
                <a:schemeClr val="accent2"/>
              </a:solidFill>
            </a:ln>
          </a:bottom>
          <a:insideH>
            <a:ln w="12700" cmpd="sng">
              <a:solidFill>
                <a:schemeClr val="accent2"/>
              </a:solidFill>
            </a:ln>
          </a:insideH>
          <a:insideV>
            <a:ln>
              <a:noFill/>
            </a:ln>
          </a:insideV>
        </a:tcBdr>
        <a:fill>
          <a:solidFill>
            <a:schemeClr val="lt1"/>
          </a:solidFill>
        </a:fill>
      </a:tcStyle>
    </a:wholeTbl>
    <a:band1H>
      <a:tcStyle>
        <a:tcBdr/>
        <a:fill>
          <a:solidFill>
            <a:schemeClr val="accent2">
              <a:tint val="20000"/>
            </a:schemeClr>
          </a:solidFill>
        </a:fill>
      </a:tcStyle>
    </a:band1H>
    <a:band1V>
      <a:tcStyle>
        <a:tcBdr/>
        <a:fill>
          <a:solidFill>
            <a:schemeClr val="accent2">
              <a:tint val="20000"/>
            </a:schemeClr>
          </a:solidFill>
        </a:fill>
      </a:tcStyle>
    </a:band1V>
    <a:lastCol>
      <a:tcTxStyle b="on"/>
      <a:tcStyle>
        <a:tcBdr/>
      </a:tcStyle>
    </a:lastCol>
    <a:firstCol>
      <a:tcTxStyle b="on"/>
      <a:tcStyle>
        <a:tcBdr/>
      </a:tcStyle>
    </a:firstCol>
    <a:lastRow>
      <a:tcTxStyle b="on"/>
      <a:tcStyle>
        <a:tcBdr>
          <a:top>
            <a:ln w="50800" cmpd="dbl">
              <a:solidFill>
                <a:schemeClr val="accent2"/>
              </a:solidFill>
            </a:ln>
          </a:top>
        </a:tcBdr>
        <a:fill>
          <a:solidFill>
            <a:schemeClr val="lt1"/>
          </a:solidFill>
        </a:fill>
      </a:tcStyle>
    </a:lastRow>
    <a:firstRow>
      <a:tcTxStyle b="on">
        <a:fontRef idx="minor">
          <a:scrgbClr r="0" g="0" b="0"/>
        </a:fontRef>
        <a:schemeClr val="lt1"/>
      </a:tcTxStyle>
      <a:tcStyle>
        <a:tcBdr/>
        <a:fill>
          <a:solidFill>
            <a:schemeClr val="accent2"/>
          </a:solidFill>
        </a:fill>
      </a:tcStyle>
    </a:firstRow>
  </a:tblStyle>
  <a:tblStyle styleId="{1FECB4D8-DB02-4DC6-A0A2-4F2EBAE1DC90}" styleName="Medium Style 1 - Accent 3">
    <a:wholeTbl>
      <a:tcTxStyle>
        <a:fontRef idx="minor">
          <a:scrgbClr r="0" g="0" b="0"/>
        </a:fontRef>
        <a:schemeClr val="dk1"/>
      </a:tcTxStyle>
      <a:tcStyle>
        <a:tcBdr>
          <a:left>
            <a:ln w="12700" cmpd="sng">
              <a:solidFill>
                <a:schemeClr val="accent3"/>
              </a:solidFill>
            </a:ln>
          </a:left>
          <a:right>
            <a:ln w="12700" cmpd="sng">
              <a:solidFill>
                <a:schemeClr val="accent3"/>
              </a:solidFill>
            </a:ln>
          </a:right>
          <a:top>
            <a:ln w="12700" cmpd="sng">
              <a:solidFill>
                <a:schemeClr val="accent3"/>
              </a:solidFill>
            </a:ln>
          </a:top>
          <a:bottom>
            <a:ln w="12700" cmpd="sng">
              <a:solidFill>
                <a:schemeClr val="accent3"/>
              </a:solidFill>
            </a:ln>
          </a:bottom>
          <a:insideH>
            <a:ln w="12700" cmpd="sng">
              <a:solidFill>
                <a:schemeClr val="accent3"/>
              </a:solidFill>
            </a:ln>
          </a:insideH>
          <a:insideV>
            <a:ln>
              <a:noFill/>
            </a:ln>
          </a:insideV>
        </a:tcBdr>
        <a:fill>
          <a:solidFill>
            <a:schemeClr val="lt1"/>
          </a:solidFill>
        </a:fill>
      </a:tcStyle>
    </a:wholeTbl>
    <a:band1H>
      <a:tcStyle>
        <a:tcBdr/>
        <a:fill>
          <a:solidFill>
            <a:schemeClr val="accent3">
              <a:tint val="20000"/>
            </a:schemeClr>
          </a:solidFill>
        </a:fill>
      </a:tcStyle>
    </a:band1H>
    <a:band1V>
      <a:tcStyle>
        <a:tcBdr/>
        <a:fill>
          <a:solidFill>
            <a:schemeClr val="accent3">
              <a:tint val="20000"/>
            </a:schemeClr>
          </a:solidFill>
        </a:fill>
      </a:tcStyle>
    </a:band1V>
    <a:lastCol>
      <a:tcTxStyle b="on"/>
      <a:tcStyle>
        <a:tcBdr/>
      </a:tcStyle>
    </a:lastCol>
    <a:firstCol>
      <a:tcTxStyle b="on"/>
      <a:tcStyle>
        <a:tcBdr/>
      </a:tcStyle>
    </a:firstCol>
    <a:lastRow>
      <a:tcTxStyle b="on"/>
      <a:tcStyle>
        <a:tcBdr>
          <a:top>
            <a:ln w="50800" cmpd="dbl">
              <a:solidFill>
                <a:schemeClr val="accent3"/>
              </a:solidFill>
            </a:ln>
          </a:top>
        </a:tcBdr>
        <a:fill>
          <a:solidFill>
            <a:schemeClr val="lt1"/>
          </a:solidFill>
        </a:fill>
      </a:tcStyle>
    </a:lastRow>
    <a:firstRow>
      <a:tcTxStyle b="on">
        <a:fontRef idx="minor">
          <a:scrgbClr r="0" g="0" b="0"/>
        </a:fontRef>
        <a:schemeClr val="lt1"/>
      </a:tcTxStyle>
      <a:tcStyle>
        <a:tcBdr/>
        <a:fill>
          <a:solidFill>
            <a:schemeClr val="accent3"/>
          </a:solidFill>
        </a:fill>
      </a:tcStyle>
    </a:firstRow>
  </a:tblStyle>
  <a:tblStyle styleId="{69012ECD-51FC-41F1-AA8D-1B2483CD663E}" styleName="Light Style 2 - Accent 1">
    <a:wholeTbl>
      <a:tcTxStyle>
        <a:fontRef idx="minor">
          <a:scrgbClr r="0" g="0" b="0"/>
        </a:fontRef>
        <a:schemeClr val="tx1"/>
      </a:tcTxStyle>
      <a:tcStyle>
        <a:tcBdr>
          <a:left>
            <a:lnRef idx="1">
              <a:schemeClr val="accent1"/>
            </a:lnRef>
          </a:left>
          <a:right>
            <a:lnRef idx="1">
              <a:schemeClr val="accent1"/>
            </a:lnRef>
          </a:right>
          <a:top>
            <a:lnRef idx="1">
              <a:schemeClr val="accent1"/>
            </a:lnRef>
          </a:top>
          <a:bottom>
            <a:lnRef idx="1">
              <a:schemeClr val="accent1"/>
            </a:lnRef>
          </a:bottom>
          <a:insideH>
            <a:ln>
              <a:noFill/>
            </a:ln>
          </a:insideH>
          <a:insideV>
            <a:ln>
              <a:noFill/>
            </a:ln>
          </a:insideV>
        </a:tcBdr>
        <a:fill>
          <a:noFill/>
        </a:fill>
      </a:tcStyle>
    </a:wholeTbl>
    <a:band1H>
      <a:tcStyle>
        <a:tcBdr>
          <a:top>
            <a:lnRef idx="1">
              <a:schemeClr val="accent1"/>
            </a:lnRef>
          </a:top>
          <a:bottom>
            <a:lnRef idx="1">
              <a:schemeClr val="accent1"/>
            </a:lnRef>
          </a:bottom>
        </a:tcBdr>
      </a:tcStyle>
    </a:band1H>
    <a:band1V>
      <a:tcStyle>
        <a:tcBdr>
          <a:left>
            <a:lnRef idx="1">
              <a:schemeClr val="accent1"/>
            </a:lnRef>
          </a:left>
          <a:right>
            <a:lnRef idx="1">
              <a:schemeClr val="accent1"/>
            </a:lnRef>
          </a:right>
        </a:tcBdr>
      </a:tcStyle>
    </a:band1V>
    <a:band2V>
      <a:tcStyle>
        <a:tcBdr>
          <a:left>
            <a:lnRef idx="1">
              <a:schemeClr val="accent1"/>
            </a:lnRef>
          </a:left>
          <a:right>
            <a:lnRef idx="1">
              <a:schemeClr val="accent1"/>
            </a:lnRef>
          </a:right>
        </a:tcBdr>
      </a:tcStyle>
    </a:band2V>
    <a:lastCol>
      <a:tcTxStyle b="on"/>
      <a:tcStyle>
        <a:tcBdr/>
      </a:tcStyle>
    </a:lastCol>
    <a:firstCol>
      <a:tcTxStyle b="on"/>
      <a:tcStyle>
        <a:tcBdr/>
      </a:tcStyle>
    </a:firstCol>
    <a:lastRow>
      <a:tcTxStyle b="on"/>
      <a:tcStyle>
        <a:tcBdr>
          <a:top>
            <a:ln w="50800" cmpd="dbl">
              <a:solidFill>
                <a:schemeClr val="accent1"/>
              </a:solidFill>
            </a:ln>
          </a:top>
        </a:tcBdr>
      </a:tcStyle>
    </a:lastRow>
    <a:firstRow>
      <a:tcTxStyle b="on">
        <a:fontRef idx="minor">
          <a:scrgbClr r="0" g="0" b="0"/>
        </a:fontRef>
        <a:schemeClr val="bg1"/>
      </a:tcTxStyle>
      <a:tcStyle>
        <a:tcBdr/>
        <a:fillRef idx="1">
          <a:schemeClr val="accent1"/>
        </a:fillRef>
      </a:tcStyle>
    </a:firstRow>
  </a:tblStyle>
  <a:tblStyle styleId="{F2DE63D5-997A-4646-A377-4702673A728D}" styleName="Light Style 2 - Accent 3">
    <a:wholeTbl>
      <a:tcTxStyle>
        <a:fontRef idx="minor">
          <a:scrgbClr r="0" g="0" b="0"/>
        </a:fontRef>
        <a:schemeClr val="tx1"/>
      </a:tcTxStyle>
      <a:tcStyle>
        <a:tcBdr>
          <a:left>
            <a:lnRef idx="1">
              <a:schemeClr val="accent3"/>
            </a:lnRef>
          </a:left>
          <a:right>
            <a:lnRef idx="1">
              <a:schemeClr val="accent3"/>
            </a:lnRef>
          </a:right>
          <a:top>
            <a:lnRef idx="1">
              <a:schemeClr val="accent3"/>
            </a:lnRef>
          </a:top>
          <a:bottom>
            <a:lnRef idx="1">
              <a:schemeClr val="accent3"/>
            </a:lnRef>
          </a:bottom>
          <a:insideH>
            <a:ln>
              <a:noFill/>
            </a:ln>
          </a:insideH>
          <a:insideV>
            <a:ln>
              <a:noFill/>
            </a:ln>
          </a:insideV>
        </a:tcBdr>
        <a:fill>
          <a:noFill/>
        </a:fill>
      </a:tcStyle>
    </a:wholeTbl>
    <a:band1H>
      <a:tcStyle>
        <a:tcBdr>
          <a:top>
            <a:lnRef idx="1">
              <a:schemeClr val="accent3"/>
            </a:lnRef>
          </a:top>
          <a:bottom>
            <a:lnRef idx="1">
              <a:schemeClr val="accent3"/>
            </a:lnRef>
          </a:bottom>
        </a:tcBdr>
      </a:tcStyle>
    </a:band1H>
    <a:band1V>
      <a:tcStyle>
        <a:tcBdr>
          <a:left>
            <a:lnRef idx="1">
              <a:schemeClr val="accent3"/>
            </a:lnRef>
          </a:left>
          <a:right>
            <a:lnRef idx="1">
              <a:schemeClr val="accent3"/>
            </a:lnRef>
          </a:right>
        </a:tcBdr>
      </a:tcStyle>
    </a:band1V>
    <a:band2V>
      <a:tcStyle>
        <a:tcBdr>
          <a:left>
            <a:lnRef idx="1">
              <a:schemeClr val="accent3"/>
            </a:lnRef>
          </a:left>
          <a:right>
            <a:lnRef idx="1">
              <a:schemeClr val="accent3"/>
            </a:lnRef>
          </a:right>
        </a:tcBdr>
      </a:tcStyle>
    </a:band2V>
    <a:lastCol>
      <a:tcTxStyle b="on"/>
      <a:tcStyle>
        <a:tcBdr/>
      </a:tcStyle>
    </a:lastCol>
    <a:firstCol>
      <a:tcTxStyle b="on"/>
      <a:tcStyle>
        <a:tcBdr/>
      </a:tcStyle>
    </a:firstCol>
    <a:lastRow>
      <a:tcTxStyle b="on"/>
      <a:tcStyle>
        <a:tcBdr>
          <a:top>
            <a:ln w="50800" cmpd="dbl">
              <a:solidFill>
                <a:schemeClr val="accent3"/>
              </a:solidFill>
            </a:ln>
          </a:top>
        </a:tcBdr>
      </a:tcStyle>
    </a:lastRow>
    <a:firstRow>
      <a:tcTxStyle b="on">
        <a:fontRef idx="minor">
          <a:scrgbClr r="0" g="0" b="0"/>
        </a:fontRef>
        <a:schemeClr val="bg1"/>
      </a:tcTxStyle>
      <a:tcStyle>
        <a:tcBdr/>
        <a:fillRef idx="1">
          <a:schemeClr val="accent3"/>
        </a:fillRef>
      </a:tcStyle>
    </a:firstRow>
  </a:tblStyle>
  <a:tblStyle styleId="{72833802-FEF1-4C79-8D5D-14CF1EAF98D9}" styleName="Light Style 2 - Accent 2">
    <a:wholeTbl>
      <a:tcTxStyle>
        <a:fontRef idx="minor">
          <a:scrgbClr r="0" g="0" b="0"/>
        </a:fontRef>
        <a:schemeClr val="tx1"/>
      </a:tcTxStyle>
      <a:tcStyle>
        <a:tcBdr>
          <a:left>
            <a:lnRef idx="1">
              <a:schemeClr val="accent2"/>
            </a:lnRef>
          </a:left>
          <a:right>
            <a:lnRef idx="1">
              <a:schemeClr val="accent2"/>
            </a:lnRef>
          </a:right>
          <a:top>
            <a:lnRef idx="1">
              <a:schemeClr val="accent2"/>
            </a:lnRef>
          </a:top>
          <a:bottom>
            <a:lnRef idx="1">
              <a:schemeClr val="accent2"/>
            </a:lnRef>
          </a:bottom>
          <a:insideH>
            <a:ln>
              <a:noFill/>
            </a:ln>
          </a:insideH>
          <a:insideV>
            <a:ln>
              <a:noFill/>
            </a:ln>
          </a:insideV>
        </a:tcBdr>
        <a:fill>
          <a:noFill/>
        </a:fill>
      </a:tcStyle>
    </a:wholeTbl>
    <a:band1H>
      <a:tcStyle>
        <a:tcBdr>
          <a:top>
            <a:lnRef idx="1">
              <a:schemeClr val="accent2"/>
            </a:lnRef>
          </a:top>
          <a:bottom>
            <a:lnRef idx="1">
              <a:schemeClr val="accent2"/>
            </a:lnRef>
          </a:bottom>
        </a:tcBdr>
      </a:tcStyle>
    </a:band1H>
    <a:band1V>
      <a:tcStyle>
        <a:tcBdr>
          <a:left>
            <a:lnRef idx="1">
              <a:schemeClr val="accent2"/>
            </a:lnRef>
          </a:left>
          <a:right>
            <a:lnRef idx="1">
              <a:schemeClr val="accent2"/>
            </a:lnRef>
          </a:right>
        </a:tcBdr>
      </a:tcStyle>
    </a:band1V>
    <a:band2V>
      <a:tcStyle>
        <a:tcBdr>
          <a:left>
            <a:lnRef idx="1">
              <a:schemeClr val="accent2"/>
            </a:lnRef>
          </a:left>
          <a:right>
            <a:lnRef idx="1">
              <a:schemeClr val="accent2"/>
            </a:lnRef>
          </a:right>
        </a:tcBdr>
      </a:tcStyle>
    </a:band2V>
    <a:lastCol>
      <a:tcTxStyle b="on"/>
      <a:tcStyle>
        <a:tcBdr/>
      </a:tcStyle>
    </a:lastCol>
    <a:firstCol>
      <a:tcTxStyle b="on"/>
      <a:tcStyle>
        <a:tcBdr/>
      </a:tcStyle>
    </a:firstCol>
    <a:lastRow>
      <a:tcTxStyle b="on"/>
      <a:tcStyle>
        <a:tcBdr>
          <a:top>
            <a:ln w="50800" cmpd="dbl">
              <a:solidFill>
                <a:schemeClr val="accent2"/>
              </a:solidFill>
            </a:ln>
          </a:top>
        </a:tcBdr>
      </a:tcStyle>
    </a:lastRow>
    <a:firstRow>
      <a:tcTxStyle b="on">
        <a:fontRef idx="minor">
          <a:scrgbClr r="0" g="0" b="0"/>
        </a:fontRef>
        <a:schemeClr val="bg1"/>
      </a:tcTxStyle>
      <a:tcStyle>
        <a:tcBdr/>
        <a:fillRef idx="1">
          <a:schemeClr val="accent2"/>
        </a:fillRef>
      </a:tcStyle>
    </a:firstRow>
  </a:tblStyle>
  <a:tblStyle styleId="{0E3FDE45-AF77-4B5C-9715-49D594BDF05E}" styleName="Light Style 1 - Accent 2">
    <a:wholeTbl>
      <a:tcTxStyle>
        <a:fontRef idx="minor">
          <a:scrgbClr r="0" g="0" b="0"/>
        </a:fontRef>
        <a:schemeClr val="tx1"/>
      </a:tcTxStyle>
      <a:tcStyle>
        <a:tcBdr>
          <a:left>
            <a:ln>
              <a:noFill/>
            </a:ln>
          </a:left>
          <a:right>
            <a:ln>
              <a:noFill/>
            </a:ln>
          </a:right>
          <a:top>
            <a:ln w="12700" cmpd="sng">
              <a:solidFill>
                <a:schemeClr val="accent2"/>
              </a:solidFill>
            </a:ln>
          </a:top>
          <a:bottom>
            <a:ln w="12700" cmpd="sng">
              <a:solidFill>
                <a:schemeClr val="accent2"/>
              </a:solidFill>
            </a:ln>
          </a:bottom>
          <a:insideH>
            <a:ln>
              <a:noFill/>
            </a:ln>
          </a:insideH>
          <a:insideV>
            <a:ln>
              <a:noFill/>
            </a:ln>
          </a:insideV>
        </a:tcBdr>
        <a:fill>
          <a:noFill/>
        </a:fill>
      </a:tcStyle>
    </a:wholeTbl>
    <a:band1H>
      <a:tcStyle>
        <a:tcBdr/>
        <a:fill>
          <a:solidFill>
            <a:schemeClr val="accent2">
              <a:alpha val="20000"/>
            </a:schemeClr>
          </a:solidFill>
        </a:fill>
      </a:tcStyle>
    </a:band1H>
    <a:band2H>
      <a:tcStyle>
        <a:tcBdr/>
      </a:tcStyle>
    </a:band2H>
    <a:band1V>
      <a:tcStyle>
        <a:tcBdr/>
        <a:fill>
          <a:solidFill>
            <a:schemeClr val="accent2">
              <a:alpha val="20000"/>
            </a:schemeClr>
          </a:solidFill>
        </a:fill>
      </a:tcStyle>
    </a:band1V>
    <a:lastCol>
      <a:tcTxStyle b="on"/>
      <a:tcStyle>
        <a:tcBdr/>
      </a:tcStyle>
    </a:lastCol>
    <a:firstCol>
      <a:tcTxStyle b="on"/>
      <a:tcStyle>
        <a:tcBdr/>
      </a:tcStyle>
    </a:firstCol>
    <a:lastRow>
      <a:tcTxStyle b="on"/>
      <a:tcStyle>
        <a:tcBdr>
          <a:top>
            <a:ln w="12700" cmpd="sng">
              <a:solidFill>
                <a:schemeClr val="accent2"/>
              </a:solidFill>
            </a:ln>
          </a:top>
        </a:tcBdr>
        <a:fill>
          <a:noFill/>
        </a:fill>
      </a:tcStyle>
    </a:lastRow>
    <a:firstRow>
      <a:tcTxStyle b="on"/>
      <a:tcStyle>
        <a:tcBdr>
          <a:bottom>
            <a:ln w="12700" cmpd="sng">
              <a:solidFill>
                <a:schemeClr val="accent2"/>
              </a:solidFill>
            </a:ln>
          </a:bottom>
        </a:tcBdr>
        <a:fill>
          <a:noFill/>
        </a:fill>
      </a:tcStyle>
    </a:firstRow>
  </a:tblStyle>
  <a:tblStyle styleId="{3B4B98B0-60AC-42C2-AFA5-B58CD77FA1E5}" styleName="Light Style 1 - Accent 1">
    <a:wholeTbl>
      <a:tcTxStyle>
        <a:fontRef idx="minor">
          <a:scrgbClr r="0" g="0" b="0"/>
        </a:fontRef>
        <a:schemeClr val="tx1"/>
      </a:tcTxStyle>
      <a:tcStyle>
        <a:tcBdr>
          <a:left>
            <a:ln>
              <a:noFill/>
            </a:ln>
          </a:left>
          <a:right>
            <a:ln>
              <a:noFill/>
            </a:ln>
          </a:right>
          <a:top>
            <a:ln w="12700" cmpd="sng">
              <a:solidFill>
                <a:schemeClr val="accent1"/>
              </a:solidFill>
            </a:ln>
          </a:top>
          <a:bottom>
            <a:ln w="12700" cmpd="sng">
              <a:solidFill>
                <a:schemeClr val="accent1"/>
              </a:solidFill>
            </a:ln>
          </a:bottom>
          <a:insideH>
            <a:ln>
              <a:noFill/>
            </a:ln>
          </a:insideH>
          <a:insideV>
            <a:ln>
              <a:noFill/>
            </a:ln>
          </a:insideV>
        </a:tcBdr>
        <a:fill>
          <a:noFill/>
        </a:fill>
      </a:tcStyle>
    </a:wholeTbl>
    <a:band1H>
      <a:tcStyle>
        <a:tcBdr/>
        <a:fill>
          <a:solidFill>
            <a:schemeClr val="accent1">
              <a:alpha val="20000"/>
            </a:schemeClr>
          </a:solidFill>
        </a:fill>
      </a:tcStyle>
    </a:band1H>
    <a:band2H>
      <a:tcStyle>
        <a:tcBdr/>
      </a:tcStyle>
    </a:band2H>
    <a:band1V>
      <a:tcStyle>
        <a:tcBdr/>
        <a:fill>
          <a:solidFill>
            <a:schemeClr val="accent1">
              <a:alpha val="20000"/>
            </a:schemeClr>
          </a:solidFill>
        </a:fill>
      </a:tcStyle>
    </a:band1V>
    <a:lastCol>
      <a:tcTxStyle b="on"/>
      <a:tcStyle>
        <a:tcBdr/>
      </a:tcStyle>
    </a:lastCol>
    <a:firstCol>
      <a:tcTxStyle b="on"/>
      <a:tcStyle>
        <a:tcBdr/>
      </a:tcStyle>
    </a:firstCol>
    <a:lastRow>
      <a:tcTxStyle b="on"/>
      <a:tcStyle>
        <a:tcBdr>
          <a:top>
            <a:ln w="12700" cmpd="sng">
              <a:solidFill>
                <a:schemeClr val="accent1"/>
              </a:solidFill>
            </a:ln>
          </a:top>
        </a:tcBdr>
        <a:fill>
          <a:noFill/>
        </a:fill>
      </a:tcStyle>
    </a:lastRow>
    <a:firstRow>
      <a:tcTxStyle b="on"/>
      <a:tcStyle>
        <a:tcBdr>
          <a:bottom>
            <a:ln w="12700" cmpd="sng">
              <a:solidFill>
                <a:schemeClr val="accent1"/>
              </a:solidFill>
            </a:ln>
          </a:bottom>
        </a:tcBdr>
        <a:fill>
          <a:noFill/>
        </a:fill>
      </a:tcStyle>
    </a:firstRow>
  </a:tblStyle>
</a:tblStyleLst>
</file>

<file path=ppt/viewProps.xml><?xml version="1.0" encoding="utf-8"?>
<p:viewPr xmlns:a="http://schemas.openxmlformats.org/drawingml/2006/main" xmlns:r="http://schemas.openxmlformats.org/officeDocument/2006/relationships" xmlns:p="http://schemas.openxmlformats.org/presentationml/2006/main">
  <p:normalViewPr>
    <p:restoredLeft sz="14995" autoAdjust="0"/>
    <p:restoredTop sz="95394" autoAdjust="0"/>
  </p:normalViewPr>
  <p:slideViewPr>
    <p:cSldViewPr snapToGrid="0">
      <p:cViewPr>
        <p:scale>
          <a:sx n="100" d="100"/>
          <a:sy n="100" d="100"/>
        </p:scale>
        <p:origin x="18" y="72"/>
      </p:cViewPr>
      <p:guideLst/>
    </p:cSldViewPr>
  </p:slideViewPr>
  <p:outlineViewPr>
    <p:cViewPr>
      <p:scale>
        <a:sx n="33" d="100"/>
        <a:sy n="33" d="100"/>
      </p:scale>
      <p:origin x="0" y="-17146"/>
    </p:cViewPr>
  </p:outlineViewPr>
  <p:notesTextViewPr>
    <p:cViewPr>
      <p:scale>
        <a:sx n="1" d="1"/>
        <a:sy n="1" d="1"/>
      </p:scale>
      <p:origin x="0" y="0"/>
    </p:cViewPr>
  </p:notesTextViewPr>
  <p:sorterViewPr>
    <p:cViewPr varScale="1">
      <p:scale>
        <a:sx n="1" d="1"/>
        <a:sy n="1" d="1"/>
      </p:scale>
      <p:origin x="0" y="-8717"/>
    </p:cViewPr>
  </p:sorterViewPr>
  <p:notesViewPr>
    <p:cSldViewPr snapToGrid="0">
      <p:cViewPr varScale="1">
        <p:scale>
          <a:sx n="67" d="100"/>
          <a:sy n="67" d="100"/>
        </p:scale>
        <p:origin x="3120" y="72"/>
      </p:cViewPr>
      <p:guideLst/>
    </p:cSldViewPr>
  </p:notesViewPr>
  <p:gridSpacing cx="72008" cy="72008"/>
</p:viewPr>
</file>

<file path=ppt/_rels/presentation.xml.rels><?xml version="1.0" encoding="UTF-8" standalone="yes"?>
<Relationships xmlns="http://schemas.openxmlformats.org/package/2006/relationships"><Relationship Id="rId8" Type="http://schemas.openxmlformats.org/officeDocument/2006/relationships/slide" Target="slides/slide4.xml"/><Relationship Id="rId13" Type="http://schemas.openxmlformats.org/officeDocument/2006/relationships/slide" Target="slides/slide9.xml"/><Relationship Id="rId18" Type="http://schemas.openxmlformats.org/officeDocument/2006/relationships/slide" Target="slides/slide14.xml"/><Relationship Id="rId26" Type="http://schemas.openxmlformats.org/officeDocument/2006/relationships/theme" Target="theme/theme1.xml"/><Relationship Id="rId3" Type="http://schemas.openxmlformats.org/officeDocument/2006/relationships/customXml" Target="../customXml/item3.xml"/><Relationship Id="rId21" Type="http://schemas.openxmlformats.org/officeDocument/2006/relationships/slide" Target="slides/slide17.xml"/><Relationship Id="rId7" Type="http://schemas.openxmlformats.org/officeDocument/2006/relationships/slide" Target="slides/slide3.xml"/><Relationship Id="rId12" Type="http://schemas.openxmlformats.org/officeDocument/2006/relationships/slide" Target="slides/slide8.xml"/><Relationship Id="rId17" Type="http://schemas.openxmlformats.org/officeDocument/2006/relationships/slide" Target="slides/slide13.xml"/><Relationship Id="rId25" Type="http://schemas.openxmlformats.org/officeDocument/2006/relationships/viewProps" Target="viewProps.xml"/><Relationship Id="rId2" Type="http://schemas.openxmlformats.org/officeDocument/2006/relationships/customXml" Target="../customXml/item2.xml"/><Relationship Id="rId16" Type="http://schemas.openxmlformats.org/officeDocument/2006/relationships/slide" Target="slides/slide12.xml"/><Relationship Id="rId20" Type="http://schemas.openxmlformats.org/officeDocument/2006/relationships/slide" Target="slides/slide16.xml"/><Relationship Id="rId1" Type="http://schemas.openxmlformats.org/officeDocument/2006/relationships/customXml" Target="../customXml/item1.xml"/><Relationship Id="rId6" Type="http://schemas.openxmlformats.org/officeDocument/2006/relationships/slide" Target="slides/slide2.xml"/><Relationship Id="rId11" Type="http://schemas.openxmlformats.org/officeDocument/2006/relationships/slide" Target="slides/slide7.xml"/><Relationship Id="rId24" Type="http://schemas.openxmlformats.org/officeDocument/2006/relationships/presProps" Target="presProps.xml"/><Relationship Id="rId5" Type="http://schemas.openxmlformats.org/officeDocument/2006/relationships/slide" Target="slides/slide1.xml"/><Relationship Id="rId15" Type="http://schemas.openxmlformats.org/officeDocument/2006/relationships/slide" Target="slides/slide11.xml"/><Relationship Id="rId23" Type="http://schemas.openxmlformats.org/officeDocument/2006/relationships/handoutMaster" Target="handoutMasters/handoutMaster1.xml"/><Relationship Id="rId10" Type="http://schemas.openxmlformats.org/officeDocument/2006/relationships/slide" Target="slides/slide6.xml"/><Relationship Id="rId19" Type="http://schemas.openxmlformats.org/officeDocument/2006/relationships/slide" Target="slides/slide15.xml"/><Relationship Id="rId4" Type="http://schemas.openxmlformats.org/officeDocument/2006/relationships/slideMaster" Target="slideMasters/slideMaster1.xml"/><Relationship Id="rId9" Type="http://schemas.openxmlformats.org/officeDocument/2006/relationships/slide" Target="slides/slide5.xml"/><Relationship Id="rId14" Type="http://schemas.openxmlformats.org/officeDocument/2006/relationships/slide" Target="slides/slide10.xml"/><Relationship Id="rId22" Type="http://schemas.openxmlformats.org/officeDocument/2006/relationships/notesMaster" Target="notesMasters/notesMaster1.xml"/><Relationship Id="rId27" Type="http://schemas.openxmlformats.org/officeDocument/2006/relationships/tableStyles" Target="tableStyles.xml"/></Relationships>
</file>

<file path=ppt/handoutMasters/_rels/handoutMaster1.xml.rels><?xml version="1.0" encoding="UTF-8" standalone="yes"?>
<Relationships xmlns="http://schemas.openxmlformats.org/package/2006/relationships"><Relationship Id="rId1" Type="http://schemas.openxmlformats.org/officeDocument/2006/relationships/theme" Target="../theme/theme3.xml"/></Relationships>
</file>

<file path=ppt/handoutMasters/handoutMaster1.xml><?xml version="1.0" encoding="utf-8"?>
<p:handout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a:extLst>
              <a:ext uri="{FF2B5EF4-FFF2-40B4-BE49-F238E27FC236}">
                <a16:creationId xmlns:a16="http://schemas.microsoft.com/office/drawing/2014/main" id="{8E4D2272-D660-A337-AEF3-BE066BD54537}"/>
              </a:ext>
            </a:extLst>
          </p:cNvPr>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dirty="0"/>
          </a:p>
        </p:txBody>
      </p:sp>
      <p:sp>
        <p:nvSpPr>
          <p:cNvPr id="3" name="Date Placeholder 2">
            <a:extLst>
              <a:ext uri="{FF2B5EF4-FFF2-40B4-BE49-F238E27FC236}">
                <a16:creationId xmlns:a16="http://schemas.microsoft.com/office/drawing/2014/main" id="{D1FE5A70-71C2-F335-270C-B94537340C51}"/>
              </a:ext>
            </a:extLst>
          </p:cNvPr>
          <p:cNvSpPr>
            <a:spLocks noGrp="1"/>
          </p:cNvSpPr>
          <p:nvPr>
            <p:ph type="dt" sz="quarter" idx="1"/>
          </p:nvPr>
        </p:nvSpPr>
        <p:spPr>
          <a:xfrm>
            <a:off x="3884613" y="0"/>
            <a:ext cx="2971800" cy="458788"/>
          </a:xfrm>
          <a:prstGeom prst="rect">
            <a:avLst/>
          </a:prstGeom>
        </p:spPr>
        <p:txBody>
          <a:bodyPr vert="horz" lIns="91440" tIns="45720" rIns="91440" bIns="45720" rtlCol="0"/>
          <a:lstStyle>
            <a:lvl1pPr algn="r">
              <a:defRPr sz="1200"/>
            </a:lvl1pPr>
          </a:lstStyle>
          <a:p>
            <a:fld id="{2DC5A369-CA0E-4FC6-90EE-5FA969A08EF8}" type="datetimeFigureOut">
              <a:rPr lang="en-US" smtClean="0"/>
              <a:t>9/20/2026</a:t>
            </a:fld>
            <a:endParaRPr lang="en-US" dirty="0"/>
          </a:p>
        </p:txBody>
      </p:sp>
      <p:sp>
        <p:nvSpPr>
          <p:cNvPr id="4" name="Footer Placeholder 3">
            <a:extLst>
              <a:ext uri="{FF2B5EF4-FFF2-40B4-BE49-F238E27FC236}">
                <a16:creationId xmlns:a16="http://schemas.microsoft.com/office/drawing/2014/main" id="{D91E1B03-0F86-16E7-11BE-81F9F4CD66B1}"/>
              </a:ext>
            </a:extLst>
          </p:cNvPr>
          <p:cNvSpPr>
            <a:spLocks noGrp="1"/>
          </p:cNvSpPr>
          <p:nvPr>
            <p:ph type="ftr" sz="quarter" idx="2"/>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dirty="0"/>
          </a:p>
        </p:txBody>
      </p:sp>
      <p:sp>
        <p:nvSpPr>
          <p:cNvPr id="5" name="Slide Number Placeholder 4">
            <a:extLst>
              <a:ext uri="{FF2B5EF4-FFF2-40B4-BE49-F238E27FC236}">
                <a16:creationId xmlns:a16="http://schemas.microsoft.com/office/drawing/2014/main" id="{6C4524B8-3914-99B2-2620-0F2A88D335A3}"/>
              </a:ext>
            </a:extLst>
          </p:cNvPr>
          <p:cNvSpPr>
            <a:spLocks noGrp="1"/>
          </p:cNvSpPr>
          <p:nvPr>
            <p:ph type="sldNum" sz="quarter" idx="3"/>
          </p:nvPr>
        </p:nvSpPr>
        <p:spPr>
          <a:xfrm>
            <a:off x="3884613" y="8685213"/>
            <a:ext cx="2971800" cy="458787"/>
          </a:xfrm>
          <a:prstGeom prst="rect">
            <a:avLst/>
          </a:prstGeom>
        </p:spPr>
        <p:txBody>
          <a:bodyPr vert="horz" lIns="91440" tIns="45720" rIns="91440" bIns="45720" rtlCol="0" anchor="b"/>
          <a:lstStyle>
            <a:lvl1pPr algn="r">
              <a:defRPr sz="1200"/>
            </a:lvl1pPr>
          </a:lstStyle>
          <a:p>
            <a:fld id="{509210F9-8331-407C-A034-F95DCB303EBC}" type="slidenum">
              <a:rPr lang="en-US" smtClean="0"/>
              <a:t>‹#›</a:t>
            </a:fld>
            <a:endParaRPr lang="en-US" dirty="0"/>
          </a:p>
        </p:txBody>
      </p:sp>
    </p:spTree>
    <p:extLst>
      <p:ext uri="{BB962C8B-B14F-4D97-AF65-F5344CB8AC3E}">
        <p14:creationId xmlns:p14="http://schemas.microsoft.com/office/powerpoint/2010/main" val="931005878"/>
      </p:ext>
    </p:extLst>
  </p:cSld>
  <p:clrMap bg1="lt1" tx1="dk1" bg2="lt2" tx2="dk2" accent1="accent1" accent2="accent2" accent3="accent3" accent4="accent4" accent5="accent5" accent6="accent6" hlink="hlink" folHlink="folHlink"/>
</p:handoutMaster>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dirty="0"/>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334AB06A-EEDC-421C-B5A0-5E9E5241A8E5}" type="datetimeFigureOut">
              <a:rPr lang="en-US" smtClean="0"/>
              <a:t>9/20/2026</a:t>
            </a:fld>
            <a:endParaRPr lang="en-US" dirty="0"/>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dirty="0"/>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dirty="0"/>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32BF9438-3EEF-4192-9815-F6F44770AEF7}" type="slidenum">
              <a:rPr lang="en-US" smtClean="0"/>
              <a:t>‹#›</a:t>
            </a:fld>
            <a:endParaRPr lang="en-US" dirty="0"/>
          </a:p>
        </p:txBody>
      </p:sp>
    </p:spTree>
    <p:extLst>
      <p:ext uri="{BB962C8B-B14F-4D97-AF65-F5344CB8AC3E}">
        <p14:creationId xmlns:p14="http://schemas.microsoft.com/office/powerpoint/2010/main" val="2652265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1.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4.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5.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6.xml"/><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2" Type="http://schemas.openxmlformats.org/officeDocument/2006/relationships/slide" Target="../slides/slide7.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5"/>
          </p:nvPr>
        </p:nvSpPr>
        <p:spPr/>
        <p:txBody>
          <a:bodyPr/>
          <a:lstStyle/>
          <a:p>
            <a:fld id="{32BF9438-3EEF-4192-9815-F6F44770AEF7}" type="slidenum">
              <a:rPr lang="en-US" smtClean="0"/>
              <a:t>1</a:t>
            </a:fld>
            <a:endParaRPr lang="en-US" dirty="0"/>
          </a:p>
        </p:txBody>
      </p:sp>
    </p:spTree>
    <p:extLst>
      <p:ext uri="{BB962C8B-B14F-4D97-AF65-F5344CB8AC3E}">
        <p14:creationId xmlns:p14="http://schemas.microsoft.com/office/powerpoint/2010/main" val="2369047762"/>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5"/>
          </p:nvPr>
        </p:nvSpPr>
        <p:spPr/>
        <p:txBody>
          <a:bodyPr/>
          <a:lstStyle/>
          <a:p>
            <a:fld id="{32BF9438-3EEF-4192-9815-F6F44770AEF7}" type="slidenum">
              <a:rPr lang="en-US" smtClean="0"/>
              <a:t>4</a:t>
            </a:fld>
            <a:endParaRPr lang="en-US" dirty="0"/>
          </a:p>
        </p:txBody>
      </p:sp>
    </p:spTree>
    <p:extLst>
      <p:ext uri="{BB962C8B-B14F-4D97-AF65-F5344CB8AC3E}">
        <p14:creationId xmlns:p14="http://schemas.microsoft.com/office/powerpoint/2010/main" val="199377012"/>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2C3C84D7-647A-E87A-F367-623BF247E819}"/>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5F3B70C4-083B-ADFF-6243-B8D04A1CAE77}"/>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21ABCF87-3C2E-1959-FDBE-BDECE734047D}"/>
              </a:ext>
            </a:extLst>
          </p:cNvPr>
          <p:cNvSpPr>
            <a:spLocks noGrp="1"/>
          </p:cNvSpPr>
          <p:nvPr>
            <p:ph type="body" idx="1"/>
          </p:nvPr>
        </p:nvSpPr>
        <p:spPr/>
        <p:txBody>
          <a:bodyPr/>
          <a:lstStyle/>
          <a:p>
            <a:endParaRPr lang="en-US" dirty="0"/>
          </a:p>
        </p:txBody>
      </p:sp>
      <p:sp>
        <p:nvSpPr>
          <p:cNvPr id="4" name="Slide Number Placeholder 3">
            <a:extLst>
              <a:ext uri="{FF2B5EF4-FFF2-40B4-BE49-F238E27FC236}">
                <a16:creationId xmlns:a16="http://schemas.microsoft.com/office/drawing/2014/main" id="{9A31E8A0-B5F3-6A18-9AFF-DDEECFC7AF7E}"/>
              </a:ext>
            </a:extLst>
          </p:cNvPr>
          <p:cNvSpPr>
            <a:spLocks noGrp="1"/>
          </p:cNvSpPr>
          <p:nvPr>
            <p:ph type="sldNum" sz="quarter" idx="5"/>
          </p:nvPr>
        </p:nvSpPr>
        <p:spPr/>
        <p:txBody>
          <a:bodyPr/>
          <a:lstStyle/>
          <a:p>
            <a:fld id="{32BF9438-3EEF-4192-9815-F6F44770AEF7}" type="slidenum">
              <a:rPr lang="en-US" smtClean="0"/>
              <a:t>5</a:t>
            </a:fld>
            <a:endParaRPr lang="en-US" dirty="0"/>
          </a:p>
        </p:txBody>
      </p:sp>
    </p:spTree>
    <p:extLst>
      <p:ext uri="{BB962C8B-B14F-4D97-AF65-F5344CB8AC3E}">
        <p14:creationId xmlns:p14="http://schemas.microsoft.com/office/powerpoint/2010/main" val="1894711654"/>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7174740-0821-8478-6021-7AFA3575B657}"/>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503973FF-E70B-59EA-286F-1FD43B6AE974}"/>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0914064A-83FA-B2A6-42D7-150B4A76E7C7}"/>
              </a:ext>
            </a:extLst>
          </p:cNvPr>
          <p:cNvSpPr>
            <a:spLocks noGrp="1"/>
          </p:cNvSpPr>
          <p:nvPr>
            <p:ph type="body" idx="1"/>
          </p:nvPr>
        </p:nvSpPr>
        <p:spPr/>
        <p:txBody>
          <a:bodyPr/>
          <a:lstStyle/>
          <a:p>
            <a:endParaRPr lang="en-US" dirty="0"/>
          </a:p>
        </p:txBody>
      </p:sp>
      <p:sp>
        <p:nvSpPr>
          <p:cNvPr id="4" name="Slide Number Placeholder 3">
            <a:extLst>
              <a:ext uri="{FF2B5EF4-FFF2-40B4-BE49-F238E27FC236}">
                <a16:creationId xmlns:a16="http://schemas.microsoft.com/office/drawing/2014/main" id="{41A7B235-DD49-BAF1-DB8B-35EA660F1AEC}"/>
              </a:ext>
            </a:extLst>
          </p:cNvPr>
          <p:cNvSpPr>
            <a:spLocks noGrp="1"/>
          </p:cNvSpPr>
          <p:nvPr>
            <p:ph type="sldNum" sz="quarter" idx="5"/>
          </p:nvPr>
        </p:nvSpPr>
        <p:spPr/>
        <p:txBody>
          <a:bodyPr/>
          <a:lstStyle/>
          <a:p>
            <a:fld id="{32BF9438-3EEF-4192-9815-F6F44770AEF7}" type="slidenum">
              <a:rPr lang="en-US" smtClean="0"/>
              <a:t>6</a:t>
            </a:fld>
            <a:endParaRPr lang="en-US" dirty="0"/>
          </a:p>
        </p:txBody>
      </p:sp>
    </p:spTree>
    <p:extLst>
      <p:ext uri="{BB962C8B-B14F-4D97-AF65-F5344CB8AC3E}">
        <p14:creationId xmlns:p14="http://schemas.microsoft.com/office/powerpoint/2010/main" val="1119125354"/>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E4449CBB-5015-790A-6C2C-1F40052FB5BB}"/>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AFCFFB03-965B-6E09-E0B7-B144E9B76DED}"/>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862B1037-35F3-4B65-AA08-02D8AF35ED38}"/>
              </a:ext>
            </a:extLst>
          </p:cNvPr>
          <p:cNvSpPr>
            <a:spLocks noGrp="1"/>
          </p:cNvSpPr>
          <p:nvPr>
            <p:ph type="body" idx="1"/>
          </p:nvPr>
        </p:nvSpPr>
        <p:spPr/>
        <p:txBody>
          <a:bodyPr/>
          <a:lstStyle/>
          <a:p>
            <a:endParaRPr lang="en-US" dirty="0"/>
          </a:p>
        </p:txBody>
      </p:sp>
      <p:sp>
        <p:nvSpPr>
          <p:cNvPr id="4" name="Slide Number Placeholder 3">
            <a:extLst>
              <a:ext uri="{FF2B5EF4-FFF2-40B4-BE49-F238E27FC236}">
                <a16:creationId xmlns:a16="http://schemas.microsoft.com/office/drawing/2014/main" id="{943347E1-20B5-3A8E-900F-29C8503373A2}"/>
              </a:ext>
            </a:extLst>
          </p:cNvPr>
          <p:cNvSpPr>
            <a:spLocks noGrp="1"/>
          </p:cNvSpPr>
          <p:nvPr>
            <p:ph type="sldNum" sz="quarter" idx="5"/>
          </p:nvPr>
        </p:nvSpPr>
        <p:spPr/>
        <p:txBody>
          <a:bodyPr/>
          <a:lstStyle/>
          <a:p>
            <a:fld id="{32BF9438-3EEF-4192-9815-F6F44770AEF7}" type="slidenum">
              <a:rPr lang="en-US" smtClean="0"/>
              <a:t>7</a:t>
            </a:fld>
            <a:endParaRPr lang="en-US" dirty="0"/>
          </a:p>
        </p:txBody>
      </p:sp>
    </p:spTree>
    <p:extLst>
      <p:ext uri="{BB962C8B-B14F-4D97-AF65-F5344CB8AC3E}">
        <p14:creationId xmlns:p14="http://schemas.microsoft.com/office/powerpoint/2010/main" val="2491404664"/>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1DD9960-406F-4187-A0E6-BD19C684039A}"/>
              </a:ext>
            </a:extLst>
          </p:cNvPr>
          <p:cNvSpPr>
            <a:spLocks noGrp="1"/>
          </p:cNvSpPr>
          <p:nvPr>
            <p:ph type="ctrTitle"/>
          </p:nvPr>
        </p:nvSpPr>
        <p:spPr>
          <a:xfrm>
            <a:off x="1249326" y="919716"/>
            <a:ext cx="8504275" cy="3551275"/>
          </a:xfrm>
        </p:spPr>
        <p:txBody>
          <a:bodyPr anchor="b">
            <a:normAutofit/>
          </a:bodyPr>
          <a:lstStyle>
            <a:lvl1pPr algn="l">
              <a:lnSpc>
                <a:spcPct val="100000"/>
              </a:lnSpc>
              <a:defRPr sz="5400"/>
            </a:lvl1pPr>
          </a:lstStyle>
          <a:p>
            <a:r>
              <a:rPr lang="en-US"/>
              <a:t>Click to edit Master title style</a:t>
            </a:r>
            <a:endParaRPr lang="en-US" dirty="0"/>
          </a:p>
        </p:txBody>
      </p:sp>
      <p:sp>
        <p:nvSpPr>
          <p:cNvPr id="3" name="Subtitle 2">
            <a:extLst>
              <a:ext uri="{FF2B5EF4-FFF2-40B4-BE49-F238E27FC236}">
                <a16:creationId xmlns:a16="http://schemas.microsoft.com/office/drawing/2014/main" id="{A427E7FE-647D-4B2F-BA13-AB3ED4C5CF5A}"/>
              </a:ext>
            </a:extLst>
          </p:cNvPr>
          <p:cNvSpPr>
            <a:spLocks noGrp="1"/>
          </p:cNvSpPr>
          <p:nvPr>
            <p:ph type="subTitle" idx="1"/>
          </p:nvPr>
        </p:nvSpPr>
        <p:spPr>
          <a:xfrm>
            <a:off x="1249326" y="4795284"/>
            <a:ext cx="8504275" cy="1084522"/>
          </a:xfrm>
        </p:spPr>
        <p:txBody>
          <a:bodyPr>
            <a:normAutofit/>
          </a:bodyPr>
          <a:lstStyle>
            <a:lvl1pPr marL="0" indent="0" algn="l">
              <a:lnSpc>
                <a:spcPct val="120000"/>
              </a:lnSpc>
              <a:buNone/>
              <a:defRPr sz="1600" b="1" cap="all" spc="300" baseline="0"/>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r>
              <a:rPr lang="en-US"/>
              <a:t>Click to edit Master subtitle style</a:t>
            </a:r>
            <a:endParaRPr lang="en-US" dirty="0"/>
          </a:p>
        </p:txBody>
      </p:sp>
      <p:sp>
        <p:nvSpPr>
          <p:cNvPr id="4" name="Date Placeholder 3">
            <a:extLst>
              <a:ext uri="{FF2B5EF4-FFF2-40B4-BE49-F238E27FC236}">
                <a16:creationId xmlns:a16="http://schemas.microsoft.com/office/drawing/2014/main" id="{BA5EF785-E0A7-4496-A5BA-49B0156F2628}"/>
              </a:ext>
            </a:extLst>
          </p:cNvPr>
          <p:cNvSpPr>
            <a:spLocks noGrp="1"/>
          </p:cNvSpPr>
          <p:nvPr>
            <p:ph type="dt" sz="half" idx="10"/>
          </p:nvPr>
        </p:nvSpPr>
        <p:spPr>
          <a:xfrm>
            <a:off x="8964706" y="6433202"/>
            <a:ext cx="2426446" cy="367841"/>
          </a:xfrm>
        </p:spPr>
        <p:txBody>
          <a:bodyPr/>
          <a:lstStyle/>
          <a:p>
            <a:endParaRPr lang="en-US" dirty="0"/>
          </a:p>
        </p:txBody>
      </p:sp>
      <p:sp>
        <p:nvSpPr>
          <p:cNvPr id="5" name="Footer Placeholder 4">
            <a:extLst>
              <a:ext uri="{FF2B5EF4-FFF2-40B4-BE49-F238E27FC236}">
                <a16:creationId xmlns:a16="http://schemas.microsoft.com/office/drawing/2014/main" id="{4742C627-38A1-4A14-8822-D8D33751CA30}"/>
              </a:ext>
            </a:extLst>
          </p:cNvPr>
          <p:cNvSpPr>
            <a:spLocks noGrp="1"/>
          </p:cNvSpPr>
          <p:nvPr>
            <p:ph type="ftr" sz="quarter" idx="11"/>
          </p:nvPr>
        </p:nvSpPr>
        <p:spPr/>
        <p:txBody>
          <a:bodyPr/>
          <a:lstStyle/>
          <a:p>
            <a:endParaRPr lang="en-US" sz="1000" dirty="0"/>
          </a:p>
        </p:txBody>
      </p:sp>
      <p:sp>
        <p:nvSpPr>
          <p:cNvPr id="6" name="Slide Number Placeholder 5">
            <a:extLst>
              <a:ext uri="{FF2B5EF4-FFF2-40B4-BE49-F238E27FC236}">
                <a16:creationId xmlns:a16="http://schemas.microsoft.com/office/drawing/2014/main" id="{2EEBE346-5F34-48CD-8928-DA8567AEDD15}"/>
              </a:ext>
            </a:extLst>
          </p:cNvPr>
          <p:cNvSpPr>
            <a:spLocks noGrp="1"/>
          </p:cNvSpPr>
          <p:nvPr>
            <p:ph type="sldNum" sz="quarter" idx="12"/>
          </p:nvPr>
        </p:nvSpPr>
        <p:spPr>
          <a:xfrm>
            <a:off x="11391152" y="6433203"/>
            <a:ext cx="702781" cy="367842"/>
          </a:xfrm>
        </p:spPr>
        <p:txBody>
          <a:bodyPr/>
          <a:lstStyle/>
          <a:p>
            <a:fld id="{08AB70BE-1769-45B8-85A6-0C837432C7E6}" type="slidenum">
              <a:rPr lang="en-US" smtClean="0"/>
              <a:pPr/>
              <a:t>‹#›</a:t>
            </a:fld>
            <a:endParaRPr lang="en-US" dirty="0"/>
          </a:p>
        </p:txBody>
      </p:sp>
    </p:spTree>
    <p:extLst>
      <p:ext uri="{BB962C8B-B14F-4D97-AF65-F5344CB8AC3E}">
        <p14:creationId xmlns:p14="http://schemas.microsoft.com/office/powerpoint/2010/main" val="2022363829"/>
      </p:ext>
    </p:extLst>
  </p:cSld>
  <p:clrMapOvr>
    <a:masterClrMapping/>
  </p:clrMapOvr>
  <p:hf hdr="0" ftr="0" dt="0"/>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4299839C-7D7A-49F1-8BFE-85C6C7D78BE7}"/>
              </a:ext>
            </a:extLst>
          </p:cNvPr>
          <p:cNvSpPr>
            <a:spLocks noGrp="1"/>
          </p:cNvSpPr>
          <p:nvPr>
            <p:ph type="title"/>
          </p:nvPr>
        </p:nvSpPr>
        <p:spPr>
          <a:xfrm>
            <a:off x="905256" y="590668"/>
            <a:ext cx="9914859" cy="1329004"/>
          </a:xfrm>
        </p:spPr>
        <p:txBody>
          <a:bodyPr>
            <a:normAutofit/>
          </a:bodyPr>
          <a:lstStyle>
            <a:lvl1pPr>
              <a:lnSpc>
                <a:spcPct val="100000"/>
              </a:lnSpc>
              <a:defRPr sz="4000"/>
            </a:lvl1pPr>
          </a:lstStyle>
          <a:p>
            <a:r>
              <a:rPr lang="en-US"/>
              <a:t>Click to edit Master title style</a:t>
            </a:r>
            <a:endParaRPr lang="en-US" dirty="0"/>
          </a:p>
        </p:txBody>
      </p:sp>
      <p:sp>
        <p:nvSpPr>
          <p:cNvPr id="3" name="Content Placeholder 2">
            <a:extLst>
              <a:ext uri="{FF2B5EF4-FFF2-40B4-BE49-F238E27FC236}">
                <a16:creationId xmlns:a16="http://schemas.microsoft.com/office/drawing/2014/main" id="{C7E748DC-EBB9-44C6-8566-38F87FF7FD53}"/>
              </a:ext>
            </a:extLst>
          </p:cNvPr>
          <p:cNvSpPr>
            <a:spLocks noGrp="1"/>
          </p:cNvSpPr>
          <p:nvPr>
            <p:ph idx="1"/>
          </p:nvPr>
        </p:nvSpPr>
        <p:spPr>
          <a:xfrm>
            <a:off x="914400" y="1919673"/>
            <a:ext cx="9914860" cy="4123318"/>
          </a:xfrm>
        </p:spPr>
        <p:txBody>
          <a:bodyPr>
            <a:normAutofit/>
          </a:bodyPr>
          <a:lstStyle>
            <a:lvl1pPr>
              <a:defRPr sz="2000"/>
            </a:lvl1pPr>
            <a:lvl2pPr>
              <a:defRPr sz="1800"/>
            </a:lvl2pPr>
            <a:lvl3pPr>
              <a:defRPr sz="1600"/>
            </a:lvl3pPr>
            <a:lvl4pPr>
              <a:defRPr sz="1400"/>
            </a:lvl4pPr>
            <a:lvl5pPr>
              <a:defRPr sz="1400"/>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Date Placeholder 3">
            <a:extLst>
              <a:ext uri="{FF2B5EF4-FFF2-40B4-BE49-F238E27FC236}">
                <a16:creationId xmlns:a16="http://schemas.microsoft.com/office/drawing/2014/main" id="{F7342198-F50F-4C8A-9BD9-4CC3950F8FA8}"/>
              </a:ext>
            </a:extLst>
          </p:cNvPr>
          <p:cNvSpPr>
            <a:spLocks noGrp="1"/>
          </p:cNvSpPr>
          <p:nvPr>
            <p:ph type="dt" sz="half" idx="10"/>
          </p:nvPr>
        </p:nvSpPr>
        <p:spPr>
          <a:xfrm>
            <a:off x="9323285" y="6434524"/>
            <a:ext cx="2067867" cy="365125"/>
          </a:xfrm>
        </p:spPr>
        <p:txBody>
          <a:bodyPr/>
          <a:lstStyle>
            <a:lvl1pPr algn="r">
              <a:defRPr>
                <a:solidFill>
                  <a:schemeClr val="bg1"/>
                </a:solidFill>
              </a:defRPr>
            </a:lvl1pPr>
          </a:lstStyle>
          <a:p>
            <a:endParaRPr lang="en-US" dirty="0"/>
          </a:p>
        </p:txBody>
      </p:sp>
      <p:sp>
        <p:nvSpPr>
          <p:cNvPr id="5" name="Footer Placeholder 4">
            <a:extLst>
              <a:ext uri="{FF2B5EF4-FFF2-40B4-BE49-F238E27FC236}">
                <a16:creationId xmlns:a16="http://schemas.microsoft.com/office/drawing/2014/main" id="{BFA2F5AB-D8C6-4AE1-8FAE-CD0499CB6D03}"/>
              </a:ext>
            </a:extLst>
          </p:cNvPr>
          <p:cNvSpPr>
            <a:spLocks noGrp="1"/>
          </p:cNvSpPr>
          <p:nvPr>
            <p:ph type="ftr" sz="quarter" idx="11"/>
          </p:nvPr>
        </p:nvSpPr>
        <p:spPr>
          <a:xfrm>
            <a:off x="173736" y="6437376"/>
            <a:ext cx="3775914" cy="365125"/>
          </a:xfrm>
        </p:spPr>
        <p:txBody>
          <a:bodyPr/>
          <a:lstStyle>
            <a:lvl1pPr algn="l">
              <a:defRPr>
                <a:solidFill>
                  <a:schemeClr val="accent2"/>
                </a:solidFill>
              </a:defRPr>
            </a:lvl1pPr>
          </a:lstStyle>
          <a:p>
            <a:endParaRPr lang="en-US" sz="1000" dirty="0"/>
          </a:p>
        </p:txBody>
      </p:sp>
      <p:sp>
        <p:nvSpPr>
          <p:cNvPr id="6" name="Slide Number Placeholder 5">
            <a:extLst>
              <a:ext uri="{FF2B5EF4-FFF2-40B4-BE49-F238E27FC236}">
                <a16:creationId xmlns:a16="http://schemas.microsoft.com/office/drawing/2014/main" id="{175C58D8-B582-4DB3-A94D-056240199750}"/>
              </a:ext>
            </a:extLst>
          </p:cNvPr>
          <p:cNvSpPr>
            <a:spLocks noGrp="1"/>
          </p:cNvSpPr>
          <p:nvPr>
            <p:ph type="sldNum" sz="quarter" idx="12"/>
          </p:nvPr>
        </p:nvSpPr>
        <p:spPr>
          <a:xfrm>
            <a:off x="11391152" y="6434524"/>
            <a:ext cx="693261" cy="365125"/>
          </a:xfrm>
        </p:spPr>
        <p:txBody>
          <a:bodyPr/>
          <a:lstStyle>
            <a:lvl1pPr>
              <a:defRPr>
                <a:solidFill>
                  <a:schemeClr val="bg1"/>
                </a:solidFill>
              </a:defRPr>
            </a:lvl1pPr>
          </a:lstStyle>
          <a:p>
            <a:fld id="{08AB70BE-1769-45B8-85A6-0C837432C7E6}" type="slidenum">
              <a:rPr lang="en-US" smtClean="0"/>
              <a:pPr/>
              <a:t>‹#›</a:t>
            </a:fld>
            <a:endParaRPr lang="en-US" dirty="0"/>
          </a:p>
        </p:txBody>
      </p:sp>
    </p:spTree>
    <p:extLst>
      <p:ext uri="{BB962C8B-B14F-4D97-AF65-F5344CB8AC3E}">
        <p14:creationId xmlns:p14="http://schemas.microsoft.com/office/powerpoint/2010/main" val="2820939470"/>
      </p:ext>
    </p:extLst>
  </p:cSld>
  <p:clrMapOvr>
    <a:masterClrMapping/>
  </p:clrMapOvr>
  <p:hf hdr="0" ftr="0" dt="0"/>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8BF8A94B-011C-4B13-8C12-E91BF7A40087}"/>
              </a:ext>
            </a:extLst>
          </p:cNvPr>
          <p:cNvSpPr>
            <a:spLocks noGrp="1"/>
          </p:cNvSpPr>
          <p:nvPr>
            <p:ph type="title"/>
          </p:nvPr>
        </p:nvSpPr>
        <p:spPr>
          <a:xfrm>
            <a:off x="1524000" y="1320800"/>
            <a:ext cx="9144000" cy="3095813"/>
          </a:xfrm>
        </p:spPr>
        <p:txBody>
          <a:bodyPr anchor="b">
            <a:normAutofit/>
          </a:bodyPr>
          <a:lstStyle>
            <a:lvl1pPr>
              <a:defRPr sz="5400"/>
            </a:lvl1pPr>
          </a:lstStyle>
          <a:p>
            <a:r>
              <a:rPr lang="en-US"/>
              <a:t>Click to edit Master title style</a:t>
            </a:r>
            <a:endParaRPr lang="en-US" dirty="0"/>
          </a:p>
        </p:txBody>
      </p:sp>
      <p:sp>
        <p:nvSpPr>
          <p:cNvPr id="3" name="Text Placeholder 2">
            <a:extLst>
              <a:ext uri="{FF2B5EF4-FFF2-40B4-BE49-F238E27FC236}">
                <a16:creationId xmlns:a16="http://schemas.microsoft.com/office/drawing/2014/main" id="{9716D5F3-887C-4A8F-842A-0294A9FB0818}"/>
              </a:ext>
            </a:extLst>
          </p:cNvPr>
          <p:cNvSpPr>
            <a:spLocks noGrp="1"/>
          </p:cNvSpPr>
          <p:nvPr>
            <p:ph type="body" idx="1"/>
          </p:nvPr>
        </p:nvSpPr>
        <p:spPr>
          <a:xfrm>
            <a:off x="1523999" y="4589463"/>
            <a:ext cx="9144001" cy="1500187"/>
          </a:xfrm>
        </p:spPr>
        <p:txBody>
          <a:bodyPr/>
          <a:lstStyle>
            <a:lvl1pPr marL="0" indent="0">
              <a:buNone/>
              <a:defRPr sz="2400">
                <a:solidFill>
                  <a:schemeClr val="tx1">
                    <a:tint val="75000"/>
                  </a:schemeClr>
                </a:solidFill>
              </a:defRPr>
            </a:lvl1pPr>
            <a:lvl2pPr marL="457200" indent="0">
              <a:buNone/>
              <a:defRPr sz="2000">
                <a:solidFill>
                  <a:schemeClr val="tx1">
                    <a:tint val="75000"/>
                  </a:schemeClr>
                </a:solidFill>
              </a:defRPr>
            </a:lvl2pPr>
            <a:lvl3pPr marL="914400" indent="0">
              <a:buNone/>
              <a:defRPr sz="1800">
                <a:solidFill>
                  <a:schemeClr val="tx1">
                    <a:tint val="75000"/>
                  </a:schemeClr>
                </a:solidFill>
              </a:defRPr>
            </a:lvl3pPr>
            <a:lvl4pPr marL="1371600" indent="0">
              <a:buNone/>
              <a:defRPr sz="1600">
                <a:solidFill>
                  <a:schemeClr val="tx1">
                    <a:tint val="75000"/>
                  </a:schemeClr>
                </a:solidFill>
              </a:defRPr>
            </a:lvl4pPr>
            <a:lvl5pPr marL="1828800" indent="0">
              <a:buNone/>
              <a:defRPr sz="1600">
                <a:solidFill>
                  <a:schemeClr val="tx1">
                    <a:tint val="75000"/>
                  </a:schemeClr>
                </a:solidFill>
              </a:defRPr>
            </a:lvl5pPr>
            <a:lvl6pPr marL="2286000" indent="0">
              <a:buNone/>
              <a:defRPr sz="1600">
                <a:solidFill>
                  <a:schemeClr val="tx1">
                    <a:tint val="75000"/>
                  </a:schemeClr>
                </a:solidFill>
              </a:defRPr>
            </a:lvl6pPr>
            <a:lvl7pPr marL="2743200" indent="0">
              <a:buNone/>
              <a:defRPr sz="1600">
                <a:solidFill>
                  <a:schemeClr val="tx1">
                    <a:tint val="75000"/>
                  </a:schemeClr>
                </a:solidFill>
              </a:defRPr>
            </a:lvl7pPr>
            <a:lvl8pPr marL="3200400" indent="0">
              <a:buNone/>
              <a:defRPr sz="1600">
                <a:solidFill>
                  <a:schemeClr val="tx1">
                    <a:tint val="75000"/>
                  </a:schemeClr>
                </a:solidFill>
              </a:defRPr>
            </a:lvl8pPr>
            <a:lvl9pPr marL="3657600" indent="0">
              <a:buNone/>
              <a:defRPr sz="1600">
                <a:solidFill>
                  <a:schemeClr val="tx1">
                    <a:tint val="75000"/>
                  </a:schemeClr>
                </a:solidFill>
              </a:defRPr>
            </a:lvl9pPr>
          </a:lstStyle>
          <a:p>
            <a:pPr lvl="0"/>
            <a:r>
              <a:rPr lang="en-US"/>
              <a:t>Click to edit Master text styles</a:t>
            </a:r>
          </a:p>
        </p:txBody>
      </p:sp>
      <p:sp>
        <p:nvSpPr>
          <p:cNvPr id="4" name="Date Placeholder 3">
            <a:extLst>
              <a:ext uri="{FF2B5EF4-FFF2-40B4-BE49-F238E27FC236}">
                <a16:creationId xmlns:a16="http://schemas.microsoft.com/office/drawing/2014/main" id="{2B94588B-131A-42F3-B76C-62BD65E4806B}"/>
              </a:ext>
            </a:extLst>
          </p:cNvPr>
          <p:cNvSpPr>
            <a:spLocks noGrp="1"/>
          </p:cNvSpPr>
          <p:nvPr>
            <p:ph type="dt" sz="half" idx="10"/>
          </p:nvPr>
        </p:nvSpPr>
        <p:spPr/>
        <p:txBody>
          <a:bodyPr/>
          <a:lstStyle/>
          <a:p>
            <a:endParaRPr lang="en-US" dirty="0"/>
          </a:p>
        </p:txBody>
      </p:sp>
      <p:sp>
        <p:nvSpPr>
          <p:cNvPr id="5" name="Footer Placeholder 4">
            <a:extLst>
              <a:ext uri="{FF2B5EF4-FFF2-40B4-BE49-F238E27FC236}">
                <a16:creationId xmlns:a16="http://schemas.microsoft.com/office/drawing/2014/main" id="{E111AB28-20BD-4CD8-9840-985C3EDBA16F}"/>
              </a:ext>
            </a:extLst>
          </p:cNvPr>
          <p:cNvSpPr>
            <a:spLocks noGrp="1"/>
          </p:cNvSpPr>
          <p:nvPr>
            <p:ph type="ftr" sz="quarter" idx="11"/>
          </p:nvPr>
        </p:nvSpPr>
        <p:spPr/>
        <p:txBody>
          <a:bodyPr/>
          <a:lstStyle/>
          <a:p>
            <a:endParaRPr lang="en-US" sz="1000" dirty="0"/>
          </a:p>
        </p:txBody>
      </p:sp>
      <p:sp>
        <p:nvSpPr>
          <p:cNvPr id="6" name="Slide Number Placeholder 5">
            <a:extLst>
              <a:ext uri="{FF2B5EF4-FFF2-40B4-BE49-F238E27FC236}">
                <a16:creationId xmlns:a16="http://schemas.microsoft.com/office/drawing/2014/main" id="{E753C85C-3801-46F0-A100-616F5F2F82E9}"/>
              </a:ext>
            </a:extLst>
          </p:cNvPr>
          <p:cNvSpPr>
            <a:spLocks noGrp="1"/>
          </p:cNvSpPr>
          <p:nvPr>
            <p:ph type="sldNum" sz="quarter" idx="12"/>
          </p:nvPr>
        </p:nvSpPr>
        <p:spPr/>
        <p:txBody>
          <a:bodyPr/>
          <a:lstStyle/>
          <a:p>
            <a:fld id="{08AB70BE-1769-45B8-85A6-0C837432C7E6}" type="slidenum">
              <a:rPr lang="en-US" smtClean="0"/>
              <a:pPr/>
              <a:t>‹#›</a:t>
            </a:fld>
            <a:endParaRPr lang="en-US" dirty="0"/>
          </a:p>
        </p:txBody>
      </p:sp>
    </p:spTree>
    <p:extLst>
      <p:ext uri="{BB962C8B-B14F-4D97-AF65-F5344CB8AC3E}">
        <p14:creationId xmlns:p14="http://schemas.microsoft.com/office/powerpoint/2010/main" val="3142187021"/>
      </p:ext>
    </p:extLst>
  </p:cSld>
  <p:clrMapOvr>
    <a:masterClrMapping/>
  </p:clrMapOvr>
  <p:hf hdr="0" ftr="0" dt="0"/>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ECF5CB06-0454-4BF1-8011-F8B1A95954F1}"/>
              </a:ext>
            </a:extLst>
          </p:cNvPr>
          <p:cNvSpPr>
            <a:spLocks noGrp="1"/>
          </p:cNvSpPr>
          <p:nvPr>
            <p:ph type="title"/>
          </p:nvPr>
        </p:nvSpPr>
        <p:spPr/>
        <p:txBody>
          <a:bodyPr/>
          <a:lstStyle/>
          <a:p>
            <a:r>
              <a:rPr lang="en-US"/>
              <a:t>Click to edit Master title style</a:t>
            </a:r>
          </a:p>
        </p:txBody>
      </p:sp>
      <p:sp>
        <p:nvSpPr>
          <p:cNvPr id="3" name="Content Placeholder 2">
            <a:extLst>
              <a:ext uri="{FF2B5EF4-FFF2-40B4-BE49-F238E27FC236}">
                <a16:creationId xmlns:a16="http://schemas.microsoft.com/office/drawing/2014/main" id="{5F920A70-D33B-4461-B74C-3F59ADB16141}"/>
              </a:ext>
            </a:extLst>
          </p:cNvPr>
          <p:cNvSpPr>
            <a:spLocks noGrp="1"/>
          </p:cNvSpPr>
          <p:nvPr>
            <p:ph sz="half" idx="1"/>
          </p:nvPr>
        </p:nvSpPr>
        <p:spPr>
          <a:xfrm>
            <a:off x="1408813" y="2163725"/>
            <a:ext cx="4610986" cy="4013237"/>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Content Placeholder 3">
            <a:extLst>
              <a:ext uri="{FF2B5EF4-FFF2-40B4-BE49-F238E27FC236}">
                <a16:creationId xmlns:a16="http://schemas.microsoft.com/office/drawing/2014/main" id="{1881BDF9-836E-431C-8EFA-417A9BEE9F4B}"/>
              </a:ext>
            </a:extLst>
          </p:cNvPr>
          <p:cNvSpPr>
            <a:spLocks noGrp="1"/>
          </p:cNvSpPr>
          <p:nvPr>
            <p:ph sz="half" idx="2"/>
          </p:nvPr>
        </p:nvSpPr>
        <p:spPr>
          <a:xfrm>
            <a:off x="6257260" y="2163725"/>
            <a:ext cx="4853763" cy="401323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5" name="Date Placeholder 4">
            <a:extLst>
              <a:ext uri="{FF2B5EF4-FFF2-40B4-BE49-F238E27FC236}">
                <a16:creationId xmlns:a16="http://schemas.microsoft.com/office/drawing/2014/main" id="{7CBD9F59-B591-4E2F-899E-3CA78CE82D45}"/>
              </a:ext>
            </a:extLst>
          </p:cNvPr>
          <p:cNvSpPr>
            <a:spLocks noGrp="1"/>
          </p:cNvSpPr>
          <p:nvPr>
            <p:ph type="dt" sz="half" idx="10"/>
          </p:nvPr>
        </p:nvSpPr>
        <p:spPr/>
        <p:txBody>
          <a:bodyPr/>
          <a:lstStyle/>
          <a:p>
            <a:endParaRPr lang="en-US" dirty="0"/>
          </a:p>
        </p:txBody>
      </p:sp>
      <p:sp>
        <p:nvSpPr>
          <p:cNvPr id="6" name="Footer Placeholder 5">
            <a:extLst>
              <a:ext uri="{FF2B5EF4-FFF2-40B4-BE49-F238E27FC236}">
                <a16:creationId xmlns:a16="http://schemas.microsoft.com/office/drawing/2014/main" id="{046CFD12-B3EC-432C-B264-8AB571CAAFD5}"/>
              </a:ext>
            </a:extLst>
          </p:cNvPr>
          <p:cNvSpPr>
            <a:spLocks noGrp="1"/>
          </p:cNvSpPr>
          <p:nvPr>
            <p:ph type="ftr" sz="quarter" idx="11"/>
          </p:nvPr>
        </p:nvSpPr>
        <p:spPr/>
        <p:txBody>
          <a:bodyPr/>
          <a:lstStyle/>
          <a:p>
            <a:endParaRPr lang="en-US" sz="1000" dirty="0"/>
          </a:p>
        </p:txBody>
      </p:sp>
      <p:sp>
        <p:nvSpPr>
          <p:cNvPr id="7" name="Slide Number Placeholder 6">
            <a:extLst>
              <a:ext uri="{FF2B5EF4-FFF2-40B4-BE49-F238E27FC236}">
                <a16:creationId xmlns:a16="http://schemas.microsoft.com/office/drawing/2014/main" id="{48F3CBBA-71B3-4857-80E7-525E89FD903F}"/>
              </a:ext>
            </a:extLst>
          </p:cNvPr>
          <p:cNvSpPr>
            <a:spLocks noGrp="1"/>
          </p:cNvSpPr>
          <p:nvPr>
            <p:ph type="sldNum" sz="quarter" idx="12"/>
          </p:nvPr>
        </p:nvSpPr>
        <p:spPr/>
        <p:txBody>
          <a:bodyPr/>
          <a:lstStyle/>
          <a:p>
            <a:fld id="{08AB70BE-1769-45B8-85A6-0C837432C7E6}" type="slidenum">
              <a:rPr lang="en-US" smtClean="0"/>
              <a:pPr/>
              <a:t>‹#›</a:t>
            </a:fld>
            <a:endParaRPr lang="en-US" dirty="0"/>
          </a:p>
        </p:txBody>
      </p:sp>
    </p:spTree>
    <p:extLst>
      <p:ext uri="{BB962C8B-B14F-4D97-AF65-F5344CB8AC3E}">
        <p14:creationId xmlns:p14="http://schemas.microsoft.com/office/powerpoint/2010/main" val="262290508"/>
      </p:ext>
    </p:extLst>
  </p:cSld>
  <p:clrMapOvr>
    <a:masterClrMapping/>
  </p:clrMapOvr>
  <p:hf hdr="0" ftr="0" dt="0"/>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5DC51886-4F39-4E3E-948D-DBC73F267AED}"/>
              </a:ext>
            </a:extLst>
          </p:cNvPr>
          <p:cNvSpPr>
            <a:spLocks noGrp="1"/>
          </p:cNvSpPr>
          <p:nvPr>
            <p:ph type="title"/>
          </p:nvPr>
        </p:nvSpPr>
        <p:spPr>
          <a:xfrm>
            <a:off x="839788" y="365125"/>
            <a:ext cx="10515600" cy="1325563"/>
          </a:xfrm>
        </p:spPr>
        <p:txBody>
          <a:bodyPr/>
          <a:lstStyle/>
          <a:p>
            <a:r>
              <a:rPr lang="en-US"/>
              <a:t>Click to edit Master title style</a:t>
            </a:r>
            <a:endParaRPr lang="en-US" dirty="0"/>
          </a:p>
        </p:txBody>
      </p:sp>
      <p:sp>
        <p:nvSpPr>
          <p:cNvPr id="3" name="Text Placeholder 2">
            <a:extLst>
              <a:ext uri="{FF2B5EF4-FFF2-40B4-BE49-F238E27FC236}">
                <a16:creationId xmlns:a16="http://schemas.microsoft.com/office/drawing/2014/main" id="{4B2C7B2A-B6BE-46FD-9278-A5246BF7EEB8}"/>
              </a:ext>
            </a:extLst>
          </p:cNvPr>
          <p:cNvSpPr>
            <a:spLocks noGrp="1"/>
          </p:cNvSpPr>
          <p:nvPr>
            <p:ph type="body" idx="1"/>
          </p:nvPr>
        </p:nvSpPr>
        <p:spPr>
          <a:xfrm>
            <a:off x="839788" y="1681163"/>
            <a:ext cx="5157787" cy="823912"/>
          </a:xfrm>
        </p:spPr>
        <p:txBody>
          <a:bodyPr anchor="b">
            <a:normAutofit/>
          </a:bodyPr>
          <a:lstStyle>
            <a:lvl1pPr marL="0" indent="0">
              <a:buNone/>
              <a:defRPr sz="1800" b="1" cap="all" spc="300" baseline="0"/>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4" name="Content Placeholder 3">
            <a:extLst>
              <a:ext uri="{FF2B5EF4-FFF2-40B4-BE49-F238E27FC236}">
                <a16:creationId xmlns:a16="http://schemas.microsoft.com/office/drawing/2014/main" id="{BAE85295-E4B5-4D75-954F-B07A2F4CABF8}"/>
              </a:ext>
            </a:extLst>
          </p:cNvPr>
          <p:cNvSpPr>
            <a:spLocks noGrp="1"/>
          </p:cNvSpPr>
          <p:nvPr>
            <p:ph sz="half" idx="2"/>
          </p:nvPr>
        </p:nvSpPr>
        <p:spPr>
          <a:xfrm>
            <a:off x="839788" y="2635623"/>
            <a:ext cx="5157787" cy="3554039"/>
          </a:xfrm>
        </p:spPr>
        <p:txBody>
          <a:bodyPr>
            <a:normAutofit/>
          </a:bodyPr>
          <a:lstStyle>
            <a:lvl1pPr>
              <a:defRPr sz="2400"/>
            </a:lvl1pPr>
            <a:lvl2pPr>
              <a:defRPr sz="2000"/>
            </a:lvl2pPr>
            <a:lvl3pPr>
              <a:defRPr sz="1800"/>
            </a:lvl3pPr>
            <a:lvl4pPr>
              <a:defRPr sz="1600"/>
            </a:lvl4pPr>
            <a:lvl5pPr>
              <a:defRPr sz="1600"/>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5" name="Text Placeholder 4">
            <a:extLst>
              <a:ext uri="{FF2B5EF4-FFF2-40B4-BE49-F238E27FC236}">
                <a16:creationId xmlns:a16="http://schemas.microsoft.com/office/drawing/2014/main" id="{E687ABF0-C78D-4589-8FA5-0D6238B4B084}"/>
              </a:ext>
            </a:extLst>
          </p:cNvPr>
          <p:cNvSpPr>
            <a:spLocks noGrp="1"/>
          </p:cNvSpPr>
          <p:nvPr>
            <p:ph type="body" sz="quarter" idx="3"/>
          </p:nvPr>
        </p:nvSpPr>
        <p:spPr>
          <a:xfrm>
            <a:off x="6172200" y="1681163"/>
            <a:ext cx="5183188" cy="823912"/>
          </a:xfrm>
        </p:spPr>
        <p:txBody>
          <a:bodyPr anchor="b">
            <a:normAutofit/>
          </a:bodyPr>
          <a:lstStyle>
            <a:lvl1pPr marL="0" indent="0">
              <a:buNone/>
              <a:defRPr sz="1800" b="1" cap="all" spc="300" baseline="0"/>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6" name="Content Placeholder 5">
            <a:extLst>
              <a:ext uri="{FF2B5EF4-FFF2-40B4-BE49-F238E27FC236}">
                <a16:creationId xmlns:a16="http://schemas.microsoft.com/office/drawing/2014/main" id="{EC6A4064-2E0A-4FC3-837B-14EC0EF3A652}"/>
              </a:ext>
            </a:extLst>
          </p:cNvPr>
          <p:cNvSpPr>
            <a:spLocks noGrp="1"/>
          </p:cNvSpPr>
          <p:nvPr>
            <p:ph sz="quarter" idx="4"/>
          </p:nvPr>
        </p:nvSpPr>
        <p:spPr>
          <a:xfrm>
            <a:off x="6172200" y="2635623"/>
            <a:ext cx="5183188" cy="3554040"/>
          </a:xfrm>
        </p:spPr>
        <p:txBody>
          <a:bodyPr>
            <a:normAutofit/>
          </a:bodyPr>
          <a:lstStyle>
            <a:lvl1pPr>
              <a:defRPr sz="2400"/>
            </a:lvl1pPr>
            <a:lvl2pPr>
              <a:defRPr sz="2000"/>
            </a:lvl2pPr>
            <a:lvl3pPr>
              <a:defRPr sz="1800"/>
            </a:lvl3pPr>
            <a:lvl4pPr>
              <a:defRPr sz="1600"/>
            </a:lvl4pPr>
            <a:lvl5pPr>
              <a:defRPr sz="1600"/>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7" name="Date Placeholder 6">
            <a:extLst>
              <a:ext uri="{FF2B5EF4-FFF2-40B4-BE49-F238E27FC236}">
                <a16:creationId xmlns:a16="http://schemas.microsoft.com/office/drawing/2014/main" id="{38E3C169-8D29-4CC4-9581-748178F3C00A}"/>
              </a:ext>
            </a:extLst>
          </p:cNvPr>
          <p:cNvSpPr>
            <a:spLocks noGrp="1"/>
          </p:cNvSpPr>
          <p:nvPr>
            <p:ph type="dt" sz="half" idx="10"/>
          </p:nvPr>
        </p:nvSpPr>
        <p:spPr/>
        <p:txBody>
          <a:bodyPr/>
          <a:lstStyle/>
          <a:p>
            <a:endParaRPr lang="en-US" dirty="0"/>
          </a:p>
        </p:txBody>
      </p:sp>
      <p:sp>
        <p:nvSpPr>
          <p:cNvPr id="8" name="Footer Placeholder 7">
            <a:extLst>
              <a:ext uri="{FF2B5EF4-FFF2-40B4-BE49-F238E27FC236}">
                <a16:creationId xmlns:a16="http://schemas.microsoft.com/office/drawing/2014/main" id="{F14EC709-AAD9-475C-AC6A-943A8E872A97}"/>
              </a:ext>
            </a:extLst>
          </p:cNvPr>
          <p:cNvSpPr>
            <a:spLocks noGrp="1"/>
          </p:cNvSpPr>
          <p:nvPr>
            <p:ph type="ftr" sz="quarter" idx="11"/>
          </p:nvPr>
        </p:nvSpPr>
        <p:spPr/>
        <p:txBody>
          <a:bodyPr/>
          <a:lstStyle/>
          <a:p>
            <a:endParaRPr lang="en-US" sz="1000" dirty="0"/>
          </a:p>
        </p:txBody>
      </p:sp>
      <p:sp>
        <p:nvSpPr>
          <p:cNvPr id="9" name="Slide Number Placeholder 8">
            <a:extLst>
              <a:ext uri="{FF2B5EF4-FFF2-40B4-BE49-F238E27FC236}">
                <a16:creationId xmlns:a16="http://schemas.microsoft.com/office/drawing/2014/main" id="{020C0E3E-587D-46EB-AAF5-011C137B0309}"/>
              </a:ext>
            </a:extLst>
          </p:cNvPr>
          <p:cNvSpPr>
            <a:spLocks noGrp="1"/>
          </p:cNvSpPr>
          <p:nvPr>
            <p:ph type="sldNum" sz="quarter" idx="12"/>
          </p:nvPr>
        </p:nvSpPr>
        <p:spPr/>
        <p:txBody>
          <a:bodyPr/>
          <a:lstStyle/>
          <a:p>
            <a:fld id="{08AB70BE-1769-45B8-85A6-0C837432C7E6}" type="slidenum">
              <a:rPr lang="en-US" smtClean="0"/>
              <a:pPr/>
              <a:t>‹#›</a:t>
            </a:fld>
            <a:endParaRPr lang="en-US" dirty="0"/>
          </a:p>
        </p:txBody>
      </p:sp>
    </p:spTree>
    <p:extLst>
      <p:ext uri="{BB962C8B-B14F-4D97-AF65-F5344CB8AC3E}">
        <p14:creationId xmlns:p14="http://schemas.microsoft.com/office/powerpoint/2010/main" val="1342109739"/>
      </p:ext>
    </p:extLst>
  </p:cSld>
  <p:clrMapOvr>
    <a:masterClrMapping/>
  </p:clrMapOvr>
  <p:hf hdr="0" ftr="0" dt="0"/>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BEA3E062-B7F5-4D30-B416-1BBB4A7D0F06}"/>
              </a:ext>
            </a:extLst>
          </p:cNvPr>
          <p:cNvSpPr>
            <a:spLocks noGrp="1"/>
          </p:cNvSpPr>
          <p:nvPr>
            <p:ph type="title"/>
          </p:nvPr>
        </p:nvSpPr>
        <p:spPr/>
        <p:txBody>
          <a:bodyPr/>
          <a:lstStyle/>
          <a:p>
            <a:r>
              <a:rPr lang="en-US"/>
              <a:t>Click to edit Master title style</a:t>
            </a:r>
          </a:p>
        </p:txBody>
      </p:sp>
      <p:sp>
        <p:nvSpPr>
          <p:cNvPr id="3" name="Date Placeholder 2">
            <a:extLst>
              <a:ext uri="{FF2B5EF4-FFF2-40B4-BE49-F238E27FC236}">
                <a16:creationId xmlns:a16="http://schemas.microsoft.com/office/drawing/2014/main" id="{31BDFF7A-EBD3-4FEB-8451-5D7355069117}"/>
              </a:ext>
            </a:extLst>
          </p:cNvPr>
          <p:cNvSpPr>
            <a:spLocks noGrp="1"/>
          </p:cNvSpPr>
          <p:nvPr>
            <p:ph type="dt" sz="half" idx="10"/>
          </p:nvPr>
        </p:nvSpPr>
        <p:spPr/>
        <p:txBody>
          <a:bodyPr/>
          <a:lstStyle/>
          <a:p>
            <a:endParaRPr lang="en-US" dirty="0"/>
          </a:p>
        </p:txBody>
      </p:sp>
      <p:sp>
        <p:nvSpPr>
          <p:cNvPr id="4" name="Footer Placeholder 3">
            <a:extLst>
              <a:ext uri="{FF2B5EF4-FFF2-40B4-BE49-F238E27FC236}">
                <a16:creationId xmlns:a16="http://schemas.microsoft.com/office/drawing/2014/main" id="{08F54A2D-2C4B-4E1D-AC16-E3B1F1DDB562}"/>
              </a:ext>
            </a:extLst>
          </p:cNvPr>
          <p:cNvSpPr>
            <a:spLocks noGrp="1"/>
          </p:cNvSpPr>
          <p:nvPr>
            <p:ph type="ftr" sz="quarter" idx="11"/>
          </p:nvPr>
        </p:nvSpPr>
        <p:spPr/>
        <p:txBody>
          <a:bodyPr/>
          <a:lstStyle/>
          <a:p>
            <a:endParaRPr lang="en-US" sz="1000" dirty="0"/>
          </a:p>
        </p:txBody>
      </p:sp>
      <p:sp>
        <p:nvSpPr>
          <p:cNvPr id="5" name="Slide Number Placeholder 4">
            <a:extLst>
              <a:ext uri="{FF2B5EF4-FFF2-40B4-BE49-F238E27FC236}">
                <a16:creationId xmlns:a16="http://schemas.microsoft.com/office/drawing/2014/main" id="{2C11F373-DB96-4AEA-8E3E-7EDEA213DEEC}"/>
              </a:ext>
            </a:extLst>
          </p:cNvPr>
          <p:cNvSpPr>
            <a:spLocks noGrp="1"/>
          </p:cNvSpPr>
          <p:nvPr>
            <p:ph type="sldNum" sz="quarter" idx="12"/>
          </p:nvPr>
        </p:nvSpPr>
        <p:spPr/>
        <p:txBody>
          <a:bodyPr/>
          <a:lstStyle/>
          <a:p>
            <a:fld id="{08AB70BE-1769-45B8-85A6-0C837432C7E6}" type="slidenum">
              <a:rPr lang="en-US" smtClean="0"/>
              <a:pPr/>
              <a:t>‹#›</a:t>
            </a:fld>
            <a:endParaRPr lang="en-US" dirty="0"/>
          </a:p>
        </p:txBody>
      </p:sp>
    </p:spTree>
    <p:extLst>
      <p:ext uri="{BB962C8B-B14F-4D97-AF65-F5344CB8AC3E}">
        <p14:creationId xmlns:p14="http://schemas.microsoft.com/office/powerpoint/2010/main" val="2908977107"/>
      </p:ext>
    </p:extLst>
  </p:cSld>
  <p:clrMapOvr>
    <a:masterClrMapping/>
  </p:clrMapOvr>
  <p:hf hdr="0" ftr="0" dt="0"/>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a:extLst>
              <a:ext uri="{FF2B5EF4-FFF2-40B4-BE49-F238E27FC236}">
                <a16:creationId xmlns:a16="http://schemas.microsoft.com/office/drawing/2014/main" id="{2A2485D4-41D3-4182-8DFE-2E0713EC0B8A}"/>
              </a:ext>
            </a:extLst>
          </p:cNvPr>
          <p:cNvSpPr>
            <a:spLocks noGrp="1"/>
          </p:cNvSpPr>
          <p:nvPr>
            <p:ph type="dt" sz="half" idx="10"/>
          </p:nvPr>
        </p:nvSpPr>
        <p:spPr/>
        <p:txBody>
          <a:bodyPr/>
          <a:lstStyle/>
          <a:p>
            <a:endParaRPr lang="en-US" dirty="0"/>
          </a:p>
        </p:txBody>
      </p:sp>
      <p:sp>
        <p:nvSpPr>
          <p:cNvPr id="3" name="Footer Placeholder 2">
            <a:extLst>
              <a:ext uri="{FF2B5EF4-FFF2-40B4-BE49-F238E27FC236}">
                <a16:creationId xmlns:a16="http://schemas.microsoft.com/office/drawing/2014/main" id="{C9753C5C-8415-4BF0-810D-A4C22F695ECF}"/>
              </a:ext>
            </a:extLst>
          </p:cNvPr>
          <p:cNvSpPr>
            <a:spLocks noGrp="1"/>
          </p:cNvSpPr>
          <p:nvPr>
            <p:ph type="ftr" sz="quarter" idx="11"/>
          </p:nvPr>
        </p:nvSpPr>
        <p:spPr/>
        <p:txBody>
          <a:bodyPr/>
          <a:lstStyle/>
          <a:p>
            <a:endParaRPr lang="en-US" sz="1000" dirty="0"/>
          </a:p>
        </p:txBody>
      </p:sp>
      <p:sp>
        <p:nvSpPr>
          <p:cNvPr id="4" name="Slide Number Placeholder 3">
            <a:extLst>
              <a:ext uri="{FF2B5EF4-FFF2-40B4-BE49-F238E27FC236}">
                <a16:creationId xmlns:a16="http://schemas.microsoft.com/office/drawing/2014/main" id="{545EBFEA-4321-48C4-9CA1-43517540C698}"/>
              </a:ext>
            </a:extLst>
          </p:cNvPr>
          <p:cNvSpPr>
            <a:spLocks noGrp="1"/>
          </p:cNvSpPr>
          <p:nvPr>
            <p:ph type="sldNum" sz="quarter" idx="12"/>
          </p:nvPr>
        </p:nvSpPr>
        <p:spPr/>
        <p:txBody>
          <a:bodyPr/>
          <a:lstStyle/>
          <a:p>
            <a:fld id="{08AB70BE-1769-45B8-85A6-0C837432C7E6}" type="slidenum">
              <a:rPr lang="en-US" smtClean="0"/>
              <a:pPr/>
              <a:t>‹#›</a:t>
            </a:fld>
            <a:endParaRPr lang="en-US" dirty="0"/>
          </a:p>
        </p:txBody>
      </p:sp>
    </p:spTree>
    <p:extLst>
      <p:ext uri="{BB962C8B-B14F-4D97-AF65-F5344CB8AC3E}">
        <p14:creationId xmlns:p14="http://schemas.microsoft.com/office/powerpoint/2010/main" val="1539427448"/>
      </p:ext>
    </p:extLst>
  </p:cSld>
  <p:clrMapOvr>
    <a:masterClrMapping/>
  </p:clrMapOvr>
  <p:hf hdr="0" ftr="0" dt="0"/>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EEE09F8C-8071-4BE5-AD6F-C98F481D17B7}"/>
              </a:ext>
            </a:extLst>
          </p:cNvPr>
          <p:cNvSpPr>
            <a:spLocks noGrp="1"/>
          </p:cNvSpPr>
          <p:nvPr>
            <p:ph type="title"/>
          </p:nvPr>
        </p:nvSpPr>
        <p:spPr>
          <a:xfrm>
            <a:off x="839788" y="457200"/>
            <a:ext cx="3932237" cy="1600200"/>
          </a:xfrm>
        </p:spPr>
        <p:txBody>
          <a:bodyPr anchor="b"/>
          <a:lstStyle>
            <a:lvl1pPr>
              <a:defRPr sz="3200"/>
            </a:lvl1pPr>
          </a:lstStyle>
          <a:p>
            <a:r>
              <a:rPr lang="en-US"/>
              <a:t>Click to edit Master title style</a:t>
            </a:r>
          </a:p>
        </p:txBody>
      </p:sp>
      <p:sp>
        <p:nvSpPr>
          <p:cNvPr id="3" name="Content Placeholder 2">
            <a:extLst>
              <a:ext uri="{FF2B5EF4-FFF2-40B4-BE49-F238E27FC236}">
                <a16:creationId xmlns:a16="http://schemas.microsoft.com/office/drawing/2014/main" id="{634135B3-14BA-4A88-B6B3-88B77B1C63EE}"/>
              </a:ext>
            </a:extLst>
          </p:cNvPr>
          <p:cNvSpPr>
            <a:spLocks noGrp="1"/>
          </p:cNvSpPr>
          <p:nvPr>
            <p:ph idx="1"/>
          </p:nvPr>
        </p:nvSpPr>
        <p:spPr>
          <a:xfrm>
            <a:off x="5183188" y="987425"/>
            <a:ext cx="6172200" cy="4873625"/>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Text Placeholder 3">
            <a:extLst>
              <a:ext uri="{FF2B5EF4-FFF2-40B4-BE49-F238E27FC236}">
                <a16:creationId xmlns:a16="http://schemas.microsoft.com/office/drawing/2014/main" id="{377C3A4D-5B69-44B4-B17F-770E83F008E9}"/>
              </a:ext>
            </a:extLst>
          </p:cNvPr>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Click to edit Master text styles</a:t>
            </a:r>
          </a:p>
        </p:txBody>
      </p:sp>
      <p:sp>
        <p:nvSpPr>
          <p:cNvPr id="5" name="Date Placeholder 4">
            <a:extLst>
              <a:ext uri="{FF2B5EF4-FFF2-40B4-BE49-F238E27FC236}">
                <a16:creationId xmlns:a16="http://schemas.microsoft.com/office/drawing/2014/main" id="{B4F1C41D-2A59-4512-8034-6DB705787D78}"/>
              </a:ext>
            </a:extLst>
          </p:cNvPr>
          <p:cNvSpPr>
            <a:spLocks noGrp="1"/>
          </p:cNvSpPr>
          <p:nvPr>
            <p:ph type="dt" sz="half" idx="10"/>
          </p:nvPr>
        </p:nvSpPr>
        <p:spPr/>
        <p:txBody>
          <a:bodyPr/>
          <a:lstStyle/>
          <a:p>
            <a:endParaRPr lang="en-US" dirty="0"/>
          </a:p>
        </p:txBody>
      </p:sp>
      <p:sp>
        <p:nvSpPr>
          <p:cNvPr id="6" name="Footer Placeholder 5">
            <a:extLst>
              <a:ext uri="{FF2B5EF4-FFF2-40B4-BE49-F238E27FC236}">
                <a16:creationId xmlns:a16="http://schemas.microsoft.com/office/drawing/2014/main" id="{BD85C494-778C-4EE6-9402-242E1CDD9A69}"/>
              </a:ext>
            </a:extLst>
          </p:cNvPr>
          <p:cNvSpPr>
            <a:spLocks noGrp="1"/>
          </p:cNvSpPr>
          <p:nvPr>
            <p:ph type="ftr" sz="quarter" idx="11"/>
          </p:nvPr>
        </p:nvSpPr>
        <p:spPr/>
        <p:txBody>
          <a:bodyPr/>
          <a:lstStyle/>
          <a:p>
            <a:endParaRPr lang="en-US" sz="1000" dirty="0"/>
          </a:p>
        </p:txBody>
      </p:sp>
      <p:sp>
        <p:nvSpPr>
          <p:cNvPr id="7" name="Slide Number Placeholder 6">
            <a:extLst>
              <a:ext uri="{FF2B5EF4-FFF2-40B4-BE49-F238E27FC236}">
                <a16:creationId xmlns:a16="http://schemas.microsoft.com/office/drawing/2014/main" id="{6F5677B9-C338-4033-9AFE-B8B81C5D8139}"/>
              </a:ext>
            </a:extLst>
          </p:cNvPr>
          <p:cNvSpPr>
            <a:spLocks noGrp="1"/>
          </p:cNvSpPr>
          <p:nvPr>
            <p:ph type="sldNum" sz="quarter" idx="12"/>
          </p:nvPr>
        </p:nvSpPr>
        <p:spPr/>
        <p:txBody>
          <a:bodyPr/>
          <a:lstStyle/>
          <a:p>
            <a:fld id="{08AB70BE-1769-45B8-85A6-0C837432C7E6}" type="slidenum">
              <a:rPr lang="en-US" smtClean="0"/>
              <a:pPr/>
              <a:t>‹#›</a:t>
            </a:fld>
            <a:endParaRPr lang="en-US" dirty="0"/>
          </a:p>
        </p:txBody>
      </p:sp>
    </p:spTree>
    <p:extLst>
      <p:ext uri="{BB962C8B-B14F-4D97-AF65-F5344CB8AC3E}">
        <p14:creationId xmlns:p14="http://schemas.microsoft.com/office/powerpoint/2010/main" val="414739245"/>
      </p:ext>
    </p:extLst>
  </p:cSld>
  <p:clrMapOvr>
    <a:masterClrMapping/>
  </p:clrMapOvr>
  <p:hf hdr="0" ftr="0" dt="0"/>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59AB77DE-4C2E-476F-A419-57470FB66D93}"/>
              </a:ext>
            </a:extLst>
          </p:cNvPr>
          <p:cNvSpPr>
            <a:spLocks noGrp="1"/>
          </p:cNvSpPr>
          <p:nvPr>
            <p:ph type="title"/>
          </p:nvPr>
        </p:nvSpPr>
        <p:spPr>
          <a:xfrm>
            <a:off x="839788" y="457200"/>
            <a:ext cx="3932237" cy="1600200"/>
          </a:xfrm>
        </p:spPr>
        <p:txBody>
          <a:bodyPr anchor="b"/>
          <a:lstStyle>
            <a:lvl1pPr>
              <a:defRPr sz="3200"/>
            </a:lvl1pPr>
          </a:lstStyle>
          <a:p>
            <a:r>
              <a:rPr lang="en-US"/>
              <a:t>Click to edit Master title style</a:t>
            </a:r>
          </a:p>
        </p:txBody>
      </p:sp>
      <p:sp>
        <p:nvSpPr>
          <p:cNvPr id="3" name="Picture Placeholder 2">
            <a:extLst>
              <a:ext uri="{FF2B5EF4-FFF2-40B4-BE49-F238E27FC236}">
                <a16:creationId xmlns:a16="http://schemas.microsoft.com/office/drawing/2014/main" id="{9A9FD1A0-93AE-469A-ADDF-2453B64CAAF5}"/>
              </a:ext>
            </a:extLst>
          </p:cNvPr>
          <p:cNvSpPr>
            <a:spLocks noGrp="1"/>
          </p:cNvSpPr>
          <p:nvPr>
            <p:ph type="pic" idx="1"/>
          </p:nvPr>
        </p:nvSpPr>
        <p:spPr>
          <a:xfrm>
            <a:off x="5183188" y="987425"/>
            <a:ext cx="6172200" cy="4873625"/>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r>
              <a:rPr lang="en-US"/>
              <a:t>Click icon to add picture</a:t>
            </a:r>
          </a:p>
        </p:txBody>
      </p:sp>
      <p:sp>
        <p:nvSpPr>
          <p:cNvPr id="4" name="Text Placeholder 3">
            <a:extLst>
              <a:ext uri="{FF2B5EF4-FFF2-40B4-BE49-F238E27FC236}">
                <a16:creationId xmlns:a16="http://schemas.microsoft.com/office/drawing/2014/main" id="{DC119C9C-EF97-4910-9419-6D7202609ED4}"/>
              </a:ext>
            </a:extLst>
          </p:cNvPr>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Click to edit Master text styles</a:t>
            </a:r>
          </a:p>
        </p:txBody>
      </p:sp>
      <p:sp>
        <p:nvSpPr>
          <p:cNvPr id="5" name="Date Placeholder 4">
            <a:extLst>
              <a:ext uri="{FF2B5EF4-FFF2-40B4-BE49-F238E27FC236}">
                <a16:creationId xmlns:a16="http://schemas.microsoft.com/office/drawing/2014/main" id="{C7A87172-A64E-4C38-82ED-2A7050B0FB68}"/>
              </a:ext>
            </a:extLst>
          </p:cNvPr>
          <p:cNvSpPr>
            <a:spLocks noGrp="1"/>
          </p:cNvSpPr>
          <p:nvPr>
            <p:ph type="dt" sz="half" idx="10"/>
          </p:nvPr>
        </p:nvSpPr>
        <p:spPr/>
        <p:txBody>
          <a:bodyPr/>
          <a:lstStyle/>
          <a:p>
            <a:endParaRPr lang="en-US" dirty="0"/>
          </a:p>
        </p:txBody>
      </p:sp>
      <p:sp>
        <p:nvSpPr>
          <p:cNvPr id="6" name="Footer Placeholder 5">
            <a:extLst>
              <a:ext uri="{FF2B5EF4-FFF2-40B4-BE49-F238E27FC236}">
                <a16:creationId xmlns:a16="http://schemas.microsoft.com/office/drawing/2014/main" id="{BC0C3E24-28E2-4512-BEA0-DAEC5E8465CB}"/>
              </a:ext>
            </a:extLst>
          </p:cNvPr>
          <p:cNvSpPr>
            <a:spLocks noGrp="1"/>
          </p:cNvSpPr>
          <p:nvPr>
            <p:ph type="ftr" sz="quarter" idx="11"/>
          </p:nvPr>
        </p:nvSpPr>
        <p:spPr/>
        <p:txBody>
          <a:bodyPr/>
          <a:lstStyle/>
          <a:p>
            <a:endParaRPr lang="en-US" sz="1000" dirty="0"/>
          </a:p>
        </p:txBody>
      </p:sp>
      <p:sp>
        <p:nvSpPr>
          <p:cNvPr id="7" name="Slide Number Placeholder 6">
            <a:extLst>
              <a:ext uri="{FF2B5EF4-FFF2-40B4-BE49-F238E27FC236}">
                <a16:creationId xmlns:a16="http://schemas.microsoft.com/office/drawing/2014/main" id="{01F04F0D-DA84-434D-B136-BEE9FD80AB95}"/>
              </a:ext>
            </a:extLst>
          </p:cNvPr>
          <p:cNvSpPr>
            <a:spLocks noGrp="1"/>
          </p:cNvSpPr>
          <p:nvPr>
            <p:ph type="sldNum" sz="quarter" idx="12"/>
          </p:nvPr>
        </p:nvSpPr>
        <p:spPr/>
        <p:txBody>
          <a:bodyPr/>
          <a:lstStyle/>
          <a:p>
            <a:fld id="{08AB70BE-1769-45B8-85A6-0C837432C7E6}" type="slidenum">
              <a:rPr lang="en-US" smtClean="0"/>
              <a:pPr/>
              <a:t>‹#›</a:t>
            </a:fld>
            <a:endParaRPr lang="en-US" dirty="0"/>
          </a:p>
        </p:txBody>
      </p:sp>
    </p:spTree>
    <p:extLst>
      <p:ext uri="{BB962C8B-B14F-4D97-AF65-F5344CB8AC3E}">
        <p14:creationId xmlns:p14="http://schemas.microsoft.com/office/powerpoint/2010/main" val="603652689"/>
      </p:ext>
    </p:extLst>
  </p:cSld>
  <p:clrMapOvr>
    <a:masterClrMapping/>
  </p:clrMapOvr>
  <p:hf hdr="0" ftr="0" dt="0"/>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C9AB05F0-2B44-47BC-86B3-58E2C70806B7}"/>
              </a:ext>
            </a:extLst>
          </p:cNvPr>
          <p:cNvSpPr>
            <a:spLocks noGrp="1"/>
          </p:cNvSpPr>
          <p:nvPr>
            <p:ph type="title"/>
          </p:nvPr>
        </p:nvSpPr>
        <p:spPr/>
        <p:txBody>
          <a:bodyPr/>
          <a:lstStyle/>
          <a:p>
            <a:r>
              <a:rPr lang="en-US"/>
              <a:t>Click to edit Master title style</a:t>
            </a:r>
          </a:p>
        </p:txBody>
      </p:sp>
      <p:sp>
        <p:nvSpPr>
          <p:cNvPr id="3" name="Vertical Text Placeholder 2">
            <a:extLst>
              <a:ext uri="{FF2B5EF4-FFF2-40B4-BE49-F238E27FC236}">
                <a16:creationId xmlns:a16="http://schemas.microsoft.com/office/drawing/2014/main" id="{7FA5B5DA-7628-4AC1-8EAE-5010C2A98126}"/>
              </a:ext>
            </a:extLst>
          </p:cNvPr>
          <p:cNvSpPr>
            <a:spLocks noGrp="1"/>
          </p:cNvSpPr>
          <p:nvPr>
            <p:ph type="body" orient="vert" idx="1"/>
          </p:nvPr>
        </p:nvSpPr>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a:extLst>
              <a:ext uri="{FF2B5EF4-FFF2-40B4-BE49-F238E27FC236}">
                <a16:creationId xmlns:a16="http://schemas.microsoft.com/office/drawing/2014/main" id="{CEA4E7C3-7830-49F3-9F45-4B2F2B4CAC93}"/>
              </a:ext>
            </a:extLst>
          </p:cNvPr>
          <p:cNvSpPr>
            <a:spLocks noGrp="1"/>
          </p:cNvSpPr>
          <p:nvPr>
            <p:ph type="dt" sz="half" idx="10"/>
          </p:nvPr>
        </p:nvSpPr>
        <p:spPr/>
        <p:txBody>
          <a:bodyPr/>
          <a:lstStyle/>
          <a:p>
            <a:endParaRPr lang="en-US" dirty="0"/>
          </a:p>
        </p:txBody>
      </p:sp>
      <p:sp>
        <p:nvSpPr>
          <p:cNvPr id="5" name="Footer Placeholder 4">
            <a:extLst>
              <a:ext uri="{FF2B5EF4-FFF2-40B4-BE49-F238E27FC236}">
                <a16:creationId xmlns:a16="http://schemas.microsoft.com/office/drawing/2014/main" id="{1845E328-AD12-449C-BE6E-76DF005E8686}"/>
              </a:ext>
            </a:extLst>
          </p:cNvPr>
          <p:cNvSpPr>
            <a:spLocks noGrp="1"/>
          </p:cNvSpPr>
          <p:nvPr>
            <p:ph type="ftr" sz="quarter" idx="11"/>
          </p:nvPr>
        </p:nvSpPr>
        <p:spPr/>
        <p:txBody>
          <a:bodyPr/>
          <a:lstStyle/>
          <a:p>
            <a:endParaRPr lang="en-US" sz="1000" dirty="0"/>
          </a:p>
        </p:txBody>
      </p:sp>
      <p:sp>
        <p:nvSpPr>
          <p:cNvPr id="6" name="Slide Number Placeholder 5">
            <a:extLst>
              <a:ext uri="{FF2B5EF4-FFF2-40B4-BE49-F238E27FC236}">
                <a16:creationId xmlns:a16="http://schemas.microsoft.com/office/drawing/2014/main" id="{7F0F374F-390D-49D8-A7C8-5BEFA3532345}"/>
              </a:ext>
            </a:extLst>
          </p:cNvPr>
          <p:cNvSpPr>
            <a:spLocks noGrp="1"/>
          </p:cNvSpPr>
          <p:nvPr>
            <p:ph type="sldNum" sz="quarter" idx="12"/>
          </p:nvPr>
        </p:nvSpPr>
        <p:spPr/>
        <p:txBody>
          <a:bodyPr/>
          <a:lstStyle/>
          <a:p>
            <a:fld id="{08AB70BE-1769-45B8-85A6-0C837432C7E6}" type="slidenum">
              <a:rPr lang="en-US" smtClean="0"/>
              <a:pPr/>
              <a:t>‹#›</a:t>
            </a:fld>
            <a:endParaRPr lang="en-US" dirty="0"/>
          </a:p>
        </p:txBody>
      </p:sp>
    </p:spTree>
    <p:extLst>
      <p:ext uri="{BB962C8B-B14F-4D97-AF65-F5344CB8AC3E}">
        <p14:creationId xmlns:p14="http://schemas.microsoft.com/office/powerpoint/2010/main" val="3749856159"/>
      </p:ext>
    </p:extLst>
  </p:cSld>
  <p:clrMapOvr>
    <a:masterClrMapping/>
  </p:clrMapOvr>
  <p:hf hdr="0" ftr="0" dt="0"/>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a:extLst>
              <a:ext uri="{FF2B5EF4-FFF2-40B4-BE49-F238E27FC236}">
                <a16:creationId xmlns:a16="http://schemas.microsoft.com/office/drawing/2014/main" id="{1C50F530-2925-4F98-89EC-95C2EC4769DB}"/>
              </a:ext>
            </a:extLst>
          </p:cNvPr>
          <p:cNvSpPr>
            <a:spLocks noGrp="1"/>
          </p:cNvSpPr>
          <p:nvPr>
            <p:ph type="title" orient="vert"/>
          </p:nvPr>
        </p:nvSpPr>
        <p:spPr>
          <a:xfrm>
            <a:off x="8724900" y="365125"/>
            <a:ext cx="2628900" cy="5811838"/>
          </a:xfrm>
        </p:spPr>
        <p:txBody>
          <a:bodyPr vert="eaVert"/>
          <a:lstStyle/>
          <a:p>
            <a:r>
              <a:rPr lang="en-US"/>
              <a:t>Click to edit Master title style</a:t>
            </a:r>
          </a:p>
        </p:txBody>
      </p:sp>
      <p:sp>
        <p:nvSpPr>
          <p:cNvPr id="3" name="Vertical Text Placeholder 2">
            <a:extLst>
              <a:ext uri="{FF2B5EF4-FFF2-40B4-BE49-F238E27FC236}">
                <a16:creationId xmlns:a16="http://schemas.microsoft.com/office/drawing/2014/main" id="{71A79366-3281-483D-8731-0D01B2B24A35}"/>
              </a:ext>
            </a:extLst>
          </p:cNvPr>
          <p:cNvSpPr>
            <a:spLocks noGrp="1"/>
          </p:cNvSpPr>
          <p:nvPr>
            <p:ph type="body" orient="vert" idx="1"/>
          </p:nvPr>
        </p:nvSpPr>
        <p:spPr>
          <a:xfrm>
            <a:off x="838200" y="365125"/>
            <a:ext cx="7734300" cy="5811838"/>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a:extLst>
              <a:ext uri="{FF2B5EF4-FFF2-40B4-BE49-F238E27FC236}">
                <a16:creationId xmlns:a16="http://schemas.microsoft.com/office/drawing/2014/main" id="{245ED8B2-BE7F-4417-8A8A-A95C8BB70827}"/>
              </a:ext>
            </a:extLst>
          </p:cNvPr>
          <p:cNvSpPr>
            <a:spLocks noGrp="1"/>
          </p:cNvSpPr>
          <p:nvPr>
            <p:ph type="dt" sz="half" idx="10"/>
          </p:nvPr>
        </p:nvSpPr>
        <p:spPr/>
        <p:txBody>
          <a:bodyPr/>
          <a:lstStyle/>
          <a:p>
            <a:endParaRPr lang="en-US" dirty="0"/>
          </a:p>
        </p:txBody>
      </p:sp>
      <p:sp>
        <p:nvSpPr>
          <p:cNvPr id="5" name="Footer Placeholder 4">
            <a:extLst>
              <a:ext uri="{FF2B5EF4-FFF2-40B4-BE49-F238E27FC236}">
                <a16:creationId xmlns:a16="http://schemas.microsoft.com/office/drawing/2014/main" id="{A01A0D96-671F-4A85-89C6-946624CB1E0B}"/>
              </a:ext>
            </a:extLst>
          </p:cNvPr>
          <p:cNvSpPr>
            <a:spLocks noGrp="1"/>
          </p:cNvSpPr>
          <p:nvPr>
            <p:ph type="ftr" sz="quarter" idx="11"/>
          </p:nvPr>
        </p:nvSpPr>
        <p:spPr/>
        <p:txBody>
          <a:bodyPr/>
          <a:lstStyle/>
          <a:p>
            <a:endParaRPr lang="en-US" sz="1000" dirty="0"/>
          </a:p>
        </p:txBody>
      </p:sp>
      <p:sp>
        <p:nvSpPr>
          <p:cNvPr id="6" name="Slide Number Placeholder 5">
            <a:extLst>
              <a:ext uri="{FF2B5EF4-FFF2-40B4-BE49-F238E27FC236}">
                <a16:creationId xmlns:a16="http://schemas.microsoft.com/office/drawing/2014/main" id="{585BA434-2E32-4719-B45C-0490D685265D}"/>
              </a:ext>
            </a:extLst>
          </p:cNvPr>
          <p:cNvSpPr>
            <a:spLocks noGrp="1"/>
          </p:cNvSpPr>
          <p:nvPr>
            <p:ph type="sldNum" sz="quarter" idx="12"/>
          </p:nvPr>
        </p:nvSpPr>
        <p:spPr/>
        <p:txBody>
          <a:bodyPr/>
          <a:lstStyle/>
          <a:p>
            <a:fld id="{08AB70BE-1769-45B8-85A6-0C837432C7E6}" type="slidenum">
              <a:rPr lang="en-US" smtClean="0"/>
              <a:pPr/>
              <a:t>‹#›</a:t>
            </a:fld>
            <a:endParaRPr lang="en-US" dirty="0"/>
          </a:p>
        </p:txBody>
      </p:sp>
    </p:spTree>
    <p:extLst>
      <p:ext uri="{BB962C8B-B14F-4D97-AF65-F5344CB8AC3E}">
        <p14:creationId xmlns:p14="http://schemas.microsoft.com/office/powerpoint/2010/main" val="2036110120"/>
      </p:ext>
    </p:extLst>
  </p:cSld>
  <p:clrMapOvr>
    <a:masterClrMapping/>
  </p:clrMapOvr>
  <p:hf hdr="0" ftr="0" dt="0"/>
</p:sldLayout>
</file>

<file path=ppt/slideLayouts/slideLayout12.xml><?xml version="1.0" encoding="utf-8"?>
<p:sldLayout xmlns:a="http://schemas.openxmlformats.org/drawingml/2006/main" xmlns:r="http://schemas.openxmlformats.org/officeDocument/2006/relationships" xmlns:p="http://schemas.openxmlformats.org/presentationml/2006/main" showMasterSp="0" userDrawn="1">
  <p:cSld name="Title 1">
    <p:bg>
      <p:bgPr>
        <a:solidFill>
          <a:schemeClr val="accent2"/>
        </a:solidFill>
        <a:effectLst/>
      </p:bgPr>
    </p:bg>
    <p:spTree>
      <p:nvGrpSpPr>
        <p:cNvPr id="1" name=""/>
        <p:cNvGrpSpPr/>
        <p:nvPr/>
      </p:nvGrpSpPr>
      <p:grpSpPr>
        <a:xfrm>
          <a:off x="0" y="0"/>
          <a:ext cx="0" cy="0"/>
          <a:chOff x="0" y="0"/>
          <a:chExt cx="0" cy="0"/>
        </a:xfrm>
      </p:grpSpPr>
      <p:sp>
        <p:nvSpPr>
          <p:cNvPr id="8" name="Title 7">
            <a:extLst>
              <a:ext uri="{FF2B5EF4-FFF2-40B4-BE49-F238E27FC236}">
                <a16:creationId xmlns:a16="http://schemas.microsoft.com/office/drawing/2014/main" id="{45040DA2-B75D-1B49-51F9-967501F7F67B}"/>
              </a:ext>
            </a:extLst>
          </p:cNvPr>
          <p:cNvSpPr>
            <a:spLocks noGrp="1"/>
          </p:cNvSpPr>
          <p:nvPr>
            <p:ph type="title" hasCustomPrompt="1"/>
          </p:nvPr>
        </p:nvSpPr>
        <p:spPr>
          <a:xfrm>
            <a:off x="994876" y="887638"/>
            <a:ext cx="10202248" cy="5094496"/>
          </a:xfrm>
        </p:spPr>
        <p:txBody>
          <a:bodyPr/>
          <a:lstStyle>
            <a:lvl1pPr algn="ctr">
              <a:defRPr sz="4800">
                <a:solidFill>
                  <a:schemeClr val="bg1"/>
                </a:solidFill>
              </a:defRPr>
            </a:lvl1pPr>
          </a:lstStyle>
          <a:p>
            <a:r>
              <a:rPr lang="en-US" dirty="0"/>
              <a:t>Click to add title</a:t>
            </a:r>
          </a:p>
        </p:txBody>
      </p:sp>
      <p:sp>
        <p:nvSpPr>
          <p:cNvPr id="3" name="Slide Number Placeholder 5">
            <a:extLst>
              <a:ext uri="{FF2B5EF4-FFF2-40B4-BE49-F238E27FC236}">
                <a16:creationId xmlns:a16="http://schemas.microsoft.com/office/drawing/2014/main" id="{C663CA19-070F-D373-ED8C-B6F895D11B84}"/>
              </a:ext>
            </a:extLst>
          </p:cNvPr>
          <p:cNvSpPr>
            <a:spLocks noGrp="1"/>
          </p:cNvSpPr>
          <p:nvPr>
            <p:ph type="sldNum" sz="quarter" idx="4"/>
          </p:nvPr>
        </p:nvSpPr>
        <p:spPr>
          <a:xfrm>
            <a:off x="10896600" y="5983104"/>
            <a:ext cx="1295400" cy="874895"/>
          </a:xfrm>
          <a:prstGeom prst="rect">
            <a:avLst/>
          </a:prstGeom>
        </p:spPr>
        <p:txBody>
          <a:bodyPr vert="horz" lIns="91440" tIns="45720" rIns="91440" bIns="45720" rtlCol="0" anchor="ctr"/>
          <a:lstStyle>
            <a:lvl1pPr algn="ctr">
              <a:defRPr sz="1200">
                <a:solidFill>
                  <a:srgbClr val="FFFFFF"/>
                </a:solidFill>
                <a:latin typeface="+mj-lt"/>
              </a:defRPr>
            </a:lvl1pPr>
          </a:lstStyle>
          <a:p>
            <a:fld id="{08AB70BE-1769-45B8-85A6-0C837432C7E6}" type="slidenum">
              <a:rPr lang="en-US" smtClean="0"/>
              <a:pPr/>
              <a:t>‹#›</a:t>
            </a:fld>
            <a:endParaRPr lang="en-US" dirty="0"/>
          </a:p>
        </p:txBody>
      </p:sp>
      <p:sp>
        <p:nvSpPr>
          <p:cNvPr id="2" name="Rectangle 1">
            <a:extLst>
              <a:ext uri="{FF2B5EF4-FFF2-40B4-BE49-F238E27FC236}">
                <a16:creationId xmlns:a16="http://schemas.microsoft.com/office/drawing/2014/main" id="{8E93BDAB-CB06-403B-00FD-9D1C2812A298}"/>
              </a:ext>
              <a:ext uri="{C183D7F6-B498-43B3-948B-1728B52AA6E4}">
                <adec:decorative xmlns:adec="http://schemas.microsoft.com/office/drawing/2017/decorative" val="1"/>
              </a:ext>
            </a:extLst>
          </p:cNvPr>
          <p:cNvSpPr/>
          <p:nvPr userDrawn="1"/>
        </p:nvSpPr>
        <p:spPr>
          <a:xfrm rot="5400000">
            <a:off x="-2990939" y="2990938"/>
            <a:ext cx="6855801" cy="873925"/>
          </a:xfrm>
          <a:prstGeom prst="rect">
            <a:avLst/>
          </a:prstGeom>
          <a:solidFill>
            <a:schemeClr val="accent2">
              <a:lumMod val="5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5" name="Rectangle 4">
            <a:extLst>
              <a:ext uri="{FF2B5EF4-FFF2-40B4-BE49-F238E27FC236}">
                <a16:creationId xmlns:a16="http://schemas.microsoft.com/office/drawing/2014/main" id="{A6FB1FDB-9C8A-890A-5051-8D49E105FD49}"/>
              </a:ext>
              <a:ext uri="{C183D7F6-B498-43B3-948B-1728B52AA6E4}">
                <adec:decorative xmlns:adec="http://schemas.microsoft.com/office/drawing/2017/decorative" val="1"/>
              </a:ext>
            </a:extLst>
          </p:cNvPr>
          <p:cNvSpPr/>
          <p:nvPr userDrawn="1"/>
        </p:nvSpPr>
        <p:spPr>
          <a:xfrm>
            <a:off x="1" y="5983104"/>
            <a:ext cx="12192000" cy="873925"/>
          </a:xfrm>
          <a:prstGeom prst="rect">
            <a:avLst/>
          </a:prstGeom>
          <a:solidFill>
            <a:schemeClr val="accent2">
              <a:lumMod val="7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6" name="Freeform 21">
            <a:extLst>
              <a:ext uri="{FF2B5EF4-FFF2-40B4-BE49-F238E27FC236}">
                <a16:creationId xmlns:a16="http://schemas.microsoft.com/office/drawing/2014/main" id="{46056E81-9CB5-42E9-6689-B711F575C8F2}"/>
              </a:ext>
              <a:ext uri="{C183D7F6-B498-43B3-948B-1728B52AA6E4}">
                <adec:decorative xmlns:adec="http://schemas.microsoft.com/office/drawing/2017/decorative" val="1"/>
              </a:ext>
            </a:extLst>
          </p:cNvPr>
          <p:cNvSpPr/>
          <p:nvPr userDrawn="1"/>
        </p:nvSpPr>
        <p:spPr>
          <a:xfrm flipV="1">
            <a:off x="8981493" y="0"/>
            <a:ext cx="3200357" cy="3200320"/>
          </a:xfrm>
          <a:custGeom>
            <a:avLst/>
            <a:gdLst>
              <a:gd name="connsiteX0" fmla="*/ 3200357 w 3200357"/>
              <a:gd name="connsiteY0" fmla="*/ 0 h 3200320"/>
              <a:gd name="connsiteX1" fmla="*/ 3200357 w 3200357"/>
              <a:gd name="connsiteY1" fmla="*/ 3200320 h 3200320"/>
              <a:gd name="connsiteX2" fmla="*/ 0 w 3200357"/>
              <a:gd name="connsiteY2" fmla="*/ 3200320 h 3200320"/>
              <a:gd name="connsiteX3" fmla="*/ 159536 w 3200357"/>
              <a:gd name="connsiteY3" fmla="*/ 3196412 h 3200320"/>
              <a:gd name="connsiteX4" fmla="*/ 3196195 w 3200357"/>
              <a:gd name="connsiteY4" fmla="*/ 164613 h 3200320"/>
              <a:gd name="connsiteX5" fmla="*/ 3200357 w 3200357"/>
              <a:gd name="connsiteY5" fmla="*/ 0 h 320032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Lst>
            <a:rect l="l" t="t" r="r" b="b"/>
            <a:pathLst>
              <a:path w="3200357" h="3200320">
                <a:moveTo>
                  <a:pt x="3200357" y="0"/>
                </a:moveTo>
                <a:lnTo>
                  <a:pt x="3200357" y="3200320"/>
                </a:lnTo>
                <a:lnTo>
                  <a:pt x="0" y="3200320"/>
                </a:lnTo>
                <a:lnTo>
                  <a:pt x="159536" y="3196412"/>
                </a:lnTo>
                <a:cubicBezTo>
                  <a:pt x="1798363" y="3115939"/>
                  <a:pt x="3113157" y="1802765"/>
                  <a:pt x="3196195" y="164613"/>
                </a:cubicBezTo>
                <a:lnTo>
                  <a:pt x="3200357" y="0"/>
                </a:lnTo>
                <a:close/>
              </a:path>
            </a:pathLst>
          </a:custGeom>
          <a:solidFill>
            <a:schemeClr val="accent2">
              <a:lumMod val="5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wrap="square" rtlCol="0" anchor="ctr">
            <a:noAutofit/>
          </a:bodyPr>
          <a:lstStyle/>
          <a:p>
            <a:pPr algn="ctr"/>
            <a:endParaRPr lang="en-US" dirty="0"/>
          </a:p>
        </p:txBody>
      </p:sp>
      <p:sp>
        <p:nvSpPr>
          <p:cNvPr id="7" name="Freeform 22">
            <a:extLst>
              <a:ext uri="{FF2B5EF4-FFF2-40B4-BE49-F238E27FC236}">
                <a16:creationId xmlns:a16="http://schemas.microsoft.com/office/drawing/2014/main" id="{3D075254-6FC4-6738-BBBE-1BACB99E424A}"/>
              </a:ext>
              <a:ext uri="{C183D7F6-B498-43B3-948B-1728B52AA6E4}">
                <adec:decorative xmlns:adec="http://schemas.microsoft.com/office/drawing/2017/decorative" val="1"/>
              </a:ext>
            </a:extLst>
          </p:cNvPr>
          <p:cNvSpPr>
            <a:spLocks noChangeAspect="1"/>
          </p:cNvSpPr>
          <p:nvPr userDrawn="1"/>
        </p:nvSpPr>
        <p:spPr>
          <a:xfrm flipH="1" flipV="1">
            <a:off x="0" y="-8"/>
            <a:ext cx="1745673" cy="877824"/>
          </a:xfrm>
          <a:custGeom>
            <a:avLst/>
            <a:gdLst>
              <a:gd name="connsiteX0" fmla="*/ 0 w 4572000"/>
              <a:gd name="connsiteY0" fmla="*/ 2285974 h 2285974"/>
              <a:gd name="connsiteX1" fmla="*/ 113956 w 4572000"/>
              <a:gd name="connsiteY1" fmla="*/ 2283183 h 2285974"/>
              <a:gd name="connsiteX2" fmla="*/ 2283027 w 4572000"/>
              <a:gd name="connsiteY2" fmla="*/ 117584 h 2285974"/>
              <a:gd name="connsiteX3" fmla="*/ 2286000 w 4572000"/>
              <a:gd name="connsiteY3" fmla="*/ 0 h 2285974"/>
              <a:gd name="connsiteX4" fmla="*/ 2288973 w 4572000"/>
              <a:gd name="connsiteY4" fmla="*/ 117584 h 2285974"/>
              <a:gd name="connsiteX5" fmla="*/ 4458044 w 4572000"/>
              <a:gd name="connsiteY5" fmla="*/ 2283183 h 2285974"/>
              <a:gd name="connsiteX6" fmla="*/ 4572000 w 4572000"/>
              <a:gd name="connsiteY6" fmla="*/ 2285974 h 2285974"/>
              <a:gd name="connsiteX7" fmla="*/ 2286000 w 4572000"/>
              <a:gd name="connsiteY7" fmla="*/ 2285974 h 2285974"/>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Lst>
            <a:rect l="l" t="t" r="r" b="b"/>
            <a:pathLst>
              <a:path w="4572000" h="2285974">
                <a:moveTo>
                  <a:pt x="0" y="2285974"/>
                </a:moveTo>
                <a:lnTo>
                  <a:pt x="113956" y="2283183"/>
                </a:lnTo>
                <a:cubicBezTo>
                  <a:pt x="1284562" y="2225701"/>
                  <a:pt x="2223714" y="1287708"/>
                  <a:pt x="2283027" y="117584"/>
                </a:cubicBezTo>
                <a:lnTo>
                  <a:pt x="2286000" y="0"/>
                </a:lnTo>
                <a:lnTo>
                  <a:pt x="2288973" y="117584"/>
                </a:lnTo>
                <a:cubicBezTo>
                  <a:pt x="2348287" y="1287708"/>
                  <a:pt x="3287438" y="2225701"/>
                  <a:pt x="4458044" y="2283183"/>
                </a:cubicBezTo>
                <a:lnTo>
                  <a:pt x="4572000" y="2285974"/>
                </a:lnTo>
                <a:lnTo>
                  <a:pt x="2286000" y="2285974"/>
                </a:lnTo>
                <a:close/>
              </a:path>
            </a:pathLst>
          </a:custGeom>
          <a:solidFill>
            <a:schemeClr val="accent2">
              <a:lumMod val="40000"/>
              <a:lumOff val="60000"/>
              <a:alpha val="5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wrap="square" rtlCol="0" anchor="ctr">
            <a:noAutofit/>
          </a:bodyPr>
          <a:lstStyle/>
          <a:p>
            <a:pPr algn="ctr"/>
            <a:endParaRPr lang="en-US" dirty="0"/>
          </a:p>
        </p:txBody>
      </p:sp>
    </p:spTree>
    <p:extLst>
      <p:ext uri="{BB962C8B-B14F-4D97-AF65-F5344CB8AC3E}">
        <p14:creationId xmlns:p14="http://schemas.microsoft.com/office/powerpoint/2010/main" val="3056202853"/>
      </p:ext>
    </p:extLst>
  </p:cSld>
  <p:clrMapOvr>
    <a:masterClrMapping/>
  </p:clrMapOvr>
</p:sldLayout>
</file>

<file path=ppt/slideLayouts/slideLayout13.xml><?xml version="1.0" encoding="utf-8"?>
<p:sldLayout xmlns:a="http://schemas.openxmlformats.org/drawingml/2006/main" xmlns:r="http://schemas.openxmlformats.org/officeDocument/2006/relationships" xmlns:p="http://schemas.openxmlformats.org/presentationml/2006/main" showMasterSp="0" userDrawn="1">
  <p:cSld name="1_Title and Content">
    <p:spTree>
      <p:nvGrpSpPr>
        <p:cNvPr id="1" name=""/>
        <p:cNvGrpSpPr/>
        <p:nvPr/>
      </p:nvGrpSpPr>
      <p:grpSpPr>
        <a:xfrm>
          <a:off x="0" y="0"/>
          <a:ext cx="0" cy="0"/>
          <a:chOff x="0" y="0"/>
          <a:chExt cx="0" cy="0"/>
        </a:xfrm>
      </p:grpSpPr>
      <p:sp>
        <p:nvSpPr>
          <p:cNvPr id="6" name="Rectangle 5">
            <a:extLst>
              <a:ext uri="{FF2B5EF4-FFF2-40B4-BE49-F238E27FC236}">
                <a16:creationId xmlns:a16="http://schemas.microsoft.com/office/drawing/2014/main" id="{F610C35C-5361-BD30-EB79-01BD72158B57}"/>
              </a:ext>
              <a:ext uri="{C183D7F6-B498-43B3-948B-1728B52AA6E4}">
                <adec:decorative xmlns:adec="http://schemas.microsoft.com/office/drawing/2017/decorative" val="1"/>
              </a:ext>
            </a:extLst>
          </p:cNvPr>
          <p:cNvSpPr/>
          <p:nvPr userDrawn="1"/>
        </p:nvSpPr>
        <p:spPr>
          <a:xfrm rot="5400000">
            <a:off x="-2992038" y="2992045"/>
            <a:ext cx="6858000" cy="873925"/>
          </a:xfrm>
          <a:prstGeom prst="rect">
            <a:avLst/>
          </a:prstGeom>
          <a:solidFill>
            <a:schemeClr val="accent2">
              <a:lumMod val="5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7" name="Freeform 26">
            <a:extLst>
              <a:ext uri="{FF2B5EF4-FFF2-40B4-BE49-F238E27FC236}">
                <a16:creationId xmlns:a16="http://schemas.microsoft.com/office/drawing/2014/main" id="{948A7171-32A3-1CAC-DDFD-7C44DDAF06EA}"/>
              </a:ext>
              <a:ext uri="{C183D7F6-B498-43B3-948B-1728B52AA6E4}">
                <adec:decorative xmlns:adec="http://schemas.microsoft.com/office/drawing/2017/decorative" val="1"/>
              </a:ext>
            </a:extLst>
          </p:cNvPr>
          <p:cNvSpPr>
            <a:spLocks noChangeAspect="1"/>
          </p:cNvSpPr>
          <p:nvPr userDrawn="1"/>
        </p:nvSpPr>
        <p:spPr>
          <a:xfrm flipH="1" flipV="1">
            <a:off x="1" y="0"/>
            <a:ext cx="1745673" cy="877824"/>
          </a:xfrm>
          <a:custGeom>
            <a:avLst/>
            <a:gdLst>
              <a:gd name="connsiteX0" fmla="*/ 0 w 4572000"/>
              <a:gd name="connsiteY0" fmla="*/ 2285974 h 2285974"/>
              <a:gd name="connsiteX1" fmla="*/ 113956 w 4572000"/>
              <a:gd name="connsiteY1" fmla="*/ 2283183 h 2285974"/>
              <a:gd name="connsiteX2" fmla="*/ 2283027 w 4572000"/>
              <a:gd name="connsiteY2" fmla="*/ 117584 h 2285974"/>
              <a:gd name="connsiteX3" fmla="*/ 2286000 w 4572000"/>
              <a:gd name="connsiteY3" fmla="*/ 0 h 2285974"/>
              <a:gd name="connsiteX4" fmla="*/ 2288973 w 4572000"/>
              <a:gd name="connsiteY4" fmla="*/ 117584 h 2285974"/>
              <a:gd name="connsiteX5" fmla="*/ 4458044 w 4572000"/>
              <a:gd name="connsiteY5" fmla="*/ 2283183 h 2285974"/>
              <a:gd name="connsiteX6" fmla="*/ 4572000 w 4572000"/>
              <a:gd name="connsiteY6" fmla="*/ 2285974 h 2285974"/>
              <a:gd name="connsiteX7" fmla="*/ 2286000 w 4572000"/>
              <a:gd name="connsiteY7" fmla="*/ 2285974 h 2285974"/>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Lst>
            <a:rect l="l" t="t" r="r" b="b"/>
            <a:pathLst>
              <a:path w="4572000" h="2285974">
                <a:moveTo>
                  <a:pt x="0" y="2285974"/>
                </a:moveTo>
                <a:lnTo>
                  <a:pt x="113956" y="2283183"/>
                </a:lnTo>
                <a:cubicBezTo>
                  <a:pt x="1284562" y="2225701"/>
                  <a:pt x="2223714" y="1287708"/>
                  <a:pt x="2283027" y="117584"/>
                </a:cubicBezTo>
                <a:lnTo>
                  <a:pt x="2286000" y="0"/>
                </a:lnTo>
                <a:lnTo>
                  <a:pt x="2288973" y="117584"/>
                </a:lnTo>
                <a:cubicBezTo>
                  <a:pt x="2348287" y="1287708"/>
                  <a:pt x="3287438" y="2225701"/>
                  <a:pt x="4458044" y="2283183"/>
                </a:cubicBezTo>
                <a:lnTo>
                  <a:pt x="4572000" y="2285974"/>
                </a:lnTo>
                <a:lnTo>
                  <a:pt x="2286000" y="2285974"/>
                </a:lnTo>
                <a:close/>
              </a:path>
            </a:pathLst>
          </a:custGeom>
          <a:solidFill>
            <a:schemeClr val="accent2">
              <a:lumMod val="40000"/>
              <a:lumOff val="60000"/>
              <a:alpha val="5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wrap="square" rtlCol="0" anchor="ctr">
            <a:noAutofit/>
          </a:bodyPr>
          <a:lstStyle/>
          <a:p>
            <a:pPr algn="ctr"/>
            <a:endParaRPr lang="en-US" dirty="0"/>
          </a:p>
        </p:txBody>
      </p:sp>
      <p:sp>
        <p:nvSpPr>
          <p:cNvPr id="8" name="Freeform 47">
            <a:extLst>
              <a:ext uri="{FF2B5EF4-FFF2-40B4-BE49-F238E27FC236}">
                <a16:creationId xmlns:a16="http://schemas.microsoft.com/office/drawing/2014/main" id="{06FD5EAC-FAC4-CDB4-6AB8-809E940F0780}"/>
              </a:ext>
              <a:ext uri="{C183D7F6-B498-43B3-948B-1728B52AA6E4}">
                <adec:decorative xmlns:adec="http://schemas.microsoft.com/office/drawing/2017/decorative" val="1"/>
              </a:ext>
            </a:extLst>
          </p:cNvPr>
          <p:cNvSpPr/>
          <p:nvPr userDrawn="1"/>
        </p:nvSpPr>
        <p:spPr>
          <a:xfrm>
            <a:off x="8991644" y="3657688"/>
            <a:ext cx="3200357" cy="3200320"/>
          </a:xfrm>
          <a:custGeom>
            <a:avLst/>
            <a:gdLst>
              <a:gd name="connsiteX0" fmla="*/ 3200357 w 3200357"/>
              <a:gd name="connsiteY0" fmla="*/ 0 h 3200320"/>
              <a:gd name="connsiteX1" fmla="*/ 3200357 w 3200357"/>
              <a:gd name="connsiteY1" fmla="*/ 3200320 h 3200320"/>
              <a:gd name="connsiteX2" fmla="*/ 0 w 3200357"/>
              <a:gd name="connsiteY2" fmla="*/ 3200320 h 3200320"/>
              <a:gd name="connsiteX3" fmla="*/ 159536 w 3200357"/>
              <a:gd name="connsiteY3" fmla="*/ 3196412 h 3200320"/>
              <a:gd name="connsiteX4" fmla="*/ 3196195 w 3200357"/>
              <a:gd name="connsiteY4" fmla="*/ 164613 h 3200320"/>
              <a:gd name="connsiteX5" fmla="*/ 3200357 w 3200357"/>
              <a:gd name="connsiteY5" fmla="*/ 0 h 320032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Lst>
            <a:rect l="l" t="t" r="r" b="b"/>
            <a:pathLst>
              <a:path w="3200357" h="3200320">
                <a:moveTo>
                  <a:pt x="3200357" y="0"/>
                </a:moveTo>
                <a:lnTo>
                  <a:pt x="3200357" y="3200320"/>
                </a:lnTo>
                <a:lnTo>
                  <a:pt x="0" y="3200320"/>
                </a:lnTo>
                <a:lnTo>
                  <a:pt x="159536" y="3196412"/>
                </a:lnTo>
                <a:cubicBezTo>
                  <a:pt x="1798363" y="3115939"/>
                  <a:pt x="3113157" y="1802765"/>
                  <a:pt x="3196195" y="164613"/>
                </a:cubicBezTo>
                <a:lnTo>
                  <a:pt x="3200357" y="0"/>
                </a:lnTo>
                <a:close/>
              </a:path>
            </a:pathLst>
          </a:custGeom>
          <a:solidFill>
            <a:schemeClr val="accent2">
              <a:lumMod val="5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wrap="square" rtlCol="0" anchor="ctr">
            <a:noAutofit/>
          </a:bodyPr>
          <a:lstStyle/>
          <a:p>
            <a:pPr algn="ctr"/>
            <a:endParaRPr lang="en-US" dirty="0"/>
          </a:p>
        </p:txBody>
      </p:sp>
      <p:sp>
        <p:nvSpPr>
          <p:cNvPr id="10" name="Title 9">
            <a:extLst>
              <a:ext uri="{FF2B5EF4-FFF2-40B4-BE49-F238E27FC236}">
                <a16:creationId xmlns:a16="http://schemas.microsoft.com/office/drawing/2014/main" id="{6DA13352-25BC-FD28-A34C-DD204D5BF178}"/>
              </a:ext>
            </a:extLst>
          </p:cNvPr>
          <p:cNvSpPr>
            <a:spLocks noGrp="1"/>
          </p:cNvSpPr>
          <p:nvPr>
            <p:ph type="title" hasCustomPrompt="1"/>
          </p:nvPr>
        </p:nvSpPr>
        <p:spPr>
          <a:xfrm>
            <a:off x="1381748" y="246183"/>
            <a:ext cx="9525000" cy="1919521"/>
          </a:xfrm>
        </p:spPr>
        <p:txBody>
          <a:bodyPr>
            <a:normAutofit/>
          </a:bodyPr>
          <a:lstStyle>
            <a:lvl1pPr>
              <a:defRPr sz="3600">
                <a:solidFill>
                  <a:schemeClr val="accent2">
                    <a:lumMod val="75000"/>
                  </a:schemeClr>
                </a:solidFill>
              </a:defRPr>
            </a:lvl1pPr>
          </a:lstStyle>
          <a:p>
            <a:r>
              <a:rPr lang="en-US" dirty="0"/>
              <a:t>Click to add title</a:t>
            </a:r>
          </a:p>
        </p:txBody>
      </p:sp>
      <p:sp>
        <p:nvSpPr>
          <p:cNvPr id="12" name="Content Placeholder 11">
            <a:extLst>
              <a:ext uri="{FF2B5EF4-FFF2-40B4-BE49-F238E27FC236}">
                <a16:creationId xmlns:a16="http://schemas.microsoft.com/office/drawing/2014/main" id="{034108AC-4ED2-99E6-0212-0AC0802C553A}"/>
              </a:ext>
            </a:extLst>
          </p:cNvPr>
          <p:cNvSpPr>
            <a:spLocks noGrp="1"/>
          </p:cNvSpPr>
          <p:nvPr>
            <p:ph sz="quarter" idx="10" hasCustomPrompt="1"/>
          </p:nvPr>
        </p:nvSpPr>
        <p:spPr>
          <a:xfrm>
            <a:off x="1371600" y="2274033"/>
            <a:ext cx="9525000" cy="3317875"/>
          </a:xfrm>
        </p:spPr>
        <p:txBody>
          <a:bodyPr>
            <a:normAutofit/>
          </a:bodyPr>
          <a:lstStyle>
            <a:lvl1pPr>
              <a:spcBef>
                <a:spcPts val="0"/>
              </a:spcBef>
              <a:spcAft>
                <a:spcPts val="600"/>
              </a:spcAft>
              <a:buClr>
                <a:schemeClr val="tx1"/>
              </a:buClr>
              <a:defRPr sz="1800"/>
            </a:lvl1pPr>
            <a:lvl2pPr>
              <a:spcBef>
                <a:spcPts val="0"/>
              </a:spcBef>
              <a:spcAft>
                <a:spcPts val="600"/>
              </a:spcAft>
              <a:buClr>
                <a:schemeClr val="tx1"/>
              </a:buClr>
              <a:defRPr sz="1600"/>
            </a:lvl2pPr>
            <a:lvl3pPr>
              <a:spcBef>
                <a:spcPts val="0"/>
              </a:spcBef>
              <a:spcAft>
                <a:spcPts val="600"/>
              </a:spcAft>
              <a:buClr>
                <a:schemeClr val="tx1"/>
              </a:buClr>
              <a:defRPr sz="1400"/>
            </a:lvl3pPr>
            <a:lvl4pPr>
              <a:spcBef>
                <a:spcPts val="0"/>
              </a:spcBef>
              <a:spcAft>
                <a:spcPts val="600"/>
              </a:spcAft>
              <a:buClr>
                <a:schemeClr val="tx1"/>
              </a:buClr>
              <a:defRPr sz="1200"/>
            </a:lvl4pPr>
            <a:lvl5pPr>
              <a:spcBef>
                <a:spcPts val="0"/>
              </a:spcBef>
              <a:spcAft>
                <a:spcPts val="600"/>
              </a:spcAft>
              <a:buClr>
                <a:schemeClr val="tx1"/>
              </a:buClr>
              <a:defRPr sz="1200"/>
            </a:lvl5pPr>
          </a:lstStyle>
          <a:p>
            <a:pPr lvl="0"/>
            <a:r>
              <a:rPr lang="en-US" dirty="0"/>
              <a:t>Click to add content</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3" name="Slide Number Placeholder 5">
            <a:extLst>
              <a:ext uri="{FF2B5EF4-FFF2-40B4-BE49-F238E27FC236}">
                <a16:creationId xmlns:a16="http://schemas.microsoft.com/office/drawing/2014/main" id="{C663CA19-070F-D373-ED8C-B6F895D11B84}"/>
              </a:ext>
            </a:extLst>
          </p:cNvPr>
          <p:cNvSpPr>
            <a:spLocks noGrp="1"/>
          </p:cNvSpPr>
          <p:nvPr>
            <p:ph type="sldNum" sz="quarter" idx="4"/>
          </p:nvPr>
        </p:nvSpPr>
        <p:spPr>
          <a:xfrm>
            <a:off x="10896600" y="5983104"/>
            <a:ext cx="1295400" cy="874895"/>
          </a:xfrm>
          <a:prstGeom prst="rect">
            <a:avLst/>
          </a:prstGeom>
        </p:spPr>
        <p:txBody>
          <a:bodyPr vert="horz" lIns="91440" tIns="45720" rIns="91440" bIns="45720" rtlCol="0" anchor="ctr"/>
          <a:lstStyle>
            <a:lvl1pPr algn="ctr">
              <a:defRPr sz="1200">
                <a:solidFill>
                  <a:srgbClr val="FFFFFF"/>
                </a:solidFill>
                <a:latin typeface="+mj-lt"/>
              </a:defRPr>
            </a:lvl1pPr>
          </a:lstStyle>
          <a:p>
            <a:fld id="{08AB70BE-1769-45B8-85A6-0C837432C7E6}" type="slidenum">
              <a:rPr lang="en-US" smtClean="0"/>
              <a:pPr/>
              <a:t>‹#›</a:t>
            </a:fld>
            <a:endParaRPr lang="en-US" dirty="0"/>
          </a:p>
        </p:txBody>
      </p:sp>
    </p:spTree>
    <p:extLst>
      <p:ext uri="{BB962C8B-B14F-4D97-AF65-F5344CB8AC3E}">
        <p14:creationId xmlns:p14="http://schemas.microsoft.com/office/powerpoint/2010/main" val="1222593667"/>
      </p:ext>
    </p:extLst>
  </p:cSld>
  <p:clrMapOvr>
    <a:masterClrMapping/>
  </p:clrMapOvr>
</p:sldLayout>
</file>

<file path=ppt/slideLayouts/slideLayout14.xml><?xml version="1.0" encoding="utf-8"?>
<p:sldLayout xmlns:a="http://schemas.openxmlformats.org/drawingml/2006/main" xmlns:r="http://schemas.openxmlformats.org/officeDocument/2006/relationships" xmlns:p="http://schemas.openxmlformats.org/presentationml/2006/main" showMasterSp="0" userDrawn="1">
  <p:cSld name="Title and Table">
    <p:spTree>
      <p:nvGrpSpPr>
        <p:cNvPr id="1" name=""/>
        <p:cNvGrpSpPr/>
        <p:nvPr/>
      </p:nvGrpSpPr>
      <p:grpSpPr>
        <a:xfrm>
          <a:off x="0" y="0"/>
          <a:ext cx="0" cy="0"/>
          <a:chOff x="0" y="0"/>
          <a:chExt cx="0" cy="0"/>
        </a:xfrm>
      </p:grpSpPr>
      <p:sp>
        <p:nvSpPr>
          <p:cNvPr id="5" name="Freeform 9">
            <a:extLst>
              <a:ext uri="{FF2B5EF4-FFF2-40B4-BE49-F238E27FC236}">
                <a16:creationId xmlns:a16="http://schemas.microsoft.com/office/drawing/2014/main" id="{BE9B1BD7-8F62-244D-062B-D0A716D16D23}"/>
              </a:ext>
              <a:ext uri="{C183D7F6-B498-43B3-948B-1728B52AA6E4}">
                <adec:decorative xmlns:adec="http://schemas.microsoft.com/office/drawing/2017/decorative" val="1"/>
              </a:ext>
            </a:extLst>
          </p:cNvPr>
          <p:cNvSpPr>
            <a:spLocks noChangeAspect="1"/>
          </p:cNvSpPr>
          <p:nvPr userDrawn="1"/>
        </p:nvSpPr>
        <p:spPr>
          <a:xfrm flipH="1" flipV="1">
            <a:off x="0" y="0"/>
            <a:ext cx="2286000" cy="2285973"/>
          </a:xfrm>
          <a:custGeom>
            <a:avLst/>
            <a:gdLst>
              <a:gd name="connsiteX0" fmla="*/ 3200357 w 3200357"/>
              <a:gd name="connsiteY0" fmla="*/ 0 h 3200320"/>
              <a:gd name="connsiteX1" fmla="*/ 3200357 w 3200357"/>
              <a:gd name="connsiteY1" fmla="*/ 3200320 h 3200320"/>
              <a:gd name="connsiteX2" fmla="*/ 0 w 3200357"/>
              <a:gd name="connsiteY2" fmla="*/ 3200320 h 3200320"/>
              <a:gd name="connsiteX3" fmla="*/ 159536 w 3200357"/>
              <a:gd name="connsiteY3" fmla="*/ 3196412 h 3200320"/>
              <a:gd name="connsiteX4" fmla="*/ 3196195 w 3200357"/>
              <a:gd name="connsiteY4" fmla="*/ 164613 h 3200320"/>
              <a:gd name="connsiteX5" fmla="*/ 3200357 w 3200357"/>
              <a:gd name="connsiteY5" fmla="*/ 0 h 320032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Lst>
            <a:rect l="l" t="t" r="r" b="b"/>
            <a:pathLst>
              <a:path w="3200357" h="3200320">
                <a:moveTo>
                  <a:pt x="3200357" y="0"/>
                </a:moveTo>
                <a:lnTo>
                  <a:pt x="3200357" y="3200320"/>
                </a:lnTo>
                <a:lnTo>
                  <a:pt x="0" y="3200320"/>
                </a:lnTo>
                <a:lnTo>
                  <a:pt x="159536" y="3196412"/>
                </a:lnTo>
                <a:cubicBezTo>
                  <a:pt x="1798363" y="3115939"/>
                  <a:pt x="3113157" y="1802765"/>
                  <a:pt x="3196195" y="164613"/>
                </a:cubicBezTo>
                <a:lnTo>
                  <a:pt x="3200357" y="0"/>
                </a:lnTo>
                <a:close/>
              </a:path>
            </a:pathLst>
          </a:custGeom>
          <a:solidFill>
            <a:schemeClr val="accent2">
              <a:lumMod val="7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wrap="square" rtlCol="0" anchor="ctr">
            <a:noAutofit/>
          </a:bodyPr>
          <a:lstStyle/>
          <a:p>
            <a:pPr algn="ctr"/>
            <a:endParaRPr lang="en-US" dirty="0"/>
          </a:p>
        </p:txBody>
      </p:sp>
      <p:sp>
        <p:nvSpPr>
          <p:cNvPr id="8" name="Title 7">
            <a:extLst>
              <a:ext uri="{FF2B5EF4-FFF2-40B4-BE49-F238E27FC236}">
                <a16:creationId xmlns:a16="http://schemas.microsoft.com/office/drawing/2014/main" id="{54BAE39C-758E-B299-0906-86DA058BCD4A}"/>
              </a:ext>
            </a:extLst>
          </p:cNvPr>
          <p:cNvSpPr>
            <a:spLocks noGrp="1"/>
          </p:cNvSpPr>
          <p:nvPr>
            <p:ph type="title"/>
          </p:nvPr>
        </p:nvSpPr>
        <p:spPr>
          <a:xfrm>
            <a:off x="1365975" y="345440"/>
            <a:ext cx="9448803" cy="1743542"/>
          </a:xfrm>
        </p:spPr>
        <p:txBody>
          <a:bodyPr>
            <a:normAutofit/>
          </a:bodyPr>
          <a:lstStyle>
            <a:lvl1pPr>
              <a:defRPr sz="3600">
                <a:solidFill>
                  <a:schemeClr val="accent2">
                    <a:lumMod val="75000"/>
                  </a:schemeClr>
                </a:solidFill>
              </a:defRPr>
            </a:lvl1pPr>
          </a:lstStyle>
          <a:p>
            <a:r>
              <a:rPr lang="en-US"/>
              <a:t>Click to edit Master title style</a:t>
            </a:r>
          </a:p>
        </p:txBody>
      </p:sp>
      <p:sp>
        <p:nvSpPr>
          <p:cNvPr id="10" name="Table Placeholder 9">
            <a:extLst>
              <a:ext uri="{FF2B5EF4-FFF2-40B4-BE49-F238E27FC236}">
                <a16:creationId xmlns:a16="http://schemas.microsoft.com/office/drawing/2014/main" id="{ED21C7D0-0E84-DFA8-FC77-93D7B17FA7EF}"/>
              </a:ext>
            </a:extLst>
          </p:cNvPr>
          <p:cNvSpPr>
            <a:spLocks noGrp="1"/>
          </p:cNvSpPr>
          <p:nvPr>
            <p:ph type="tbl" sz="quarter" idx="10"/>
          </p:nvPr>
        </p:nvSpPr>
        <p:spPr>
          <a:xfrm>
            <a:off x="1365250" y="2295525"/>
            <a:ext cx="9448800" cy="3652838"/>
          </a:xfrm>
        </p:spPr>
        <p:txBody>
          <a:bodyPr/>
          <a:lstStyle>
            <a:lvl1pPr marL="0" indent="0">
              <a:buNone/>
              <a:defRPr/>
            </a:lvl1pPr>
          </a:lstStyle>
          <a:p>
            <a:r>
              <a:rPr lang="en-US"/>
              <a:t>Click icon to add table</a:t>
            </a:r>
            <a:endParaRPr lang="en-US" dirty="0"/>
          </a:p>
        </p:txBody>
      </p:sp>
      <p:sp>
        <p:nvSpPr>
          <p:cNvPr id="7" name="Slide Number Placeholder 5">
            <a:extLst>
              <a:ext uri="{FF2B5EF4-FFF2-40B4-BE49-F238E27FC236}">
                <a16:creationId xmlns:a16="http://schemas.microsoft.com/office/drawing/2014/main" id="{844F72DC-A10E-0921-2E94-08CAC9D50351}"/>
              </a:ext>
            </a:extLst>
          </p:cNvPr>
          <p:cNvSpPr>
            <a:spLocks noGrp="1"/>
          </p:cNvSpPr>
          <p:nvPr>
            <p:ph type="sldNum" sz="quarter" idx="4"/>
          </p:nvPr>
        </p:nvSpPr>
        <p:spPr>
          <a:xfrm>
            <a:off x="10896600" y="5983104"/>
            <a:ext cx="1295400" cy="874895"/>
          </a:xfrm>
          <a:prstGeom prst="rect">
            <a:avLst/>
          </a:prstGeom>
        </p:spPr>
        <p:txBody>
          <a:bodyPr vert="horz" lIns="91440" tIns="45720" rIns="91440" bIns="45720" rtlCol="0" anchor="ctr"/>
          <a:lstStyle>
            <a:lvl1pPr algn="ctr">
              <a:defRPr sz="1200">
                <a:solidFill>
                  <a:schemeClr val="accent2">
                    <a:lumMod val="75000"/>
                  </a:schemeClr>
                </a:solidFill>
                <a:latin typeface="+mj-lt"/>
              </a:defRPr>
            </a:lvl1pPr>
          </a:lstStyle>
          <a:p>
            <a:fld id="{08AB70BE-1769-45B8-85A6-0C837432C7E6}" type="slidenum">
              <a:rPr lang="en-US" smtClean="0"/>
              <a:pPr/>
              <a:t>‹#›</a:t>
            </a:fld>
            <a:endParaRPr lang="en-US" dirty="0"/>
          </a:p>
        </p:txBody>
      </p:sp>
    </p:spTree>
    <p:extLst>
      <p:ext uri="{BB962C8B-B14F-4D97-AF65-F5344CB8AC3E}">
        <p14:creationId xmlns:p14="http://schemas.microsoft.com/office/powerpoint/2010/main" val="416435012"/>
      </p:ext>
    </p:extLst>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13" Type="http://schemas.openxmlformats.org/officeDocument/2006/relationships/slideLayout" Target="../slideLayouts/slideLayout13.xml"/><Relationship Id="rId3" Type="http://schemas.openxmlformats.org/officeDocument/2006/relationships/slideLayout" Target="../slideLayouts/slideLayout3.xml"/><Relationship Id="rId7" Type="http://schemas.openxmlformats.org/officeDocument/2006/relationships/slideLayout" Target="../slideLayouts/slideLayout7.xml"/><Relationship Id="rId12" Type="http://schemas.openxmlformats.org/officeDocument/2006/relationships/slideLayout" Target="../slideLayouts/slideLayout12.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5" Type="http://schemas.openxmlformats.org/officeDocument/2006/relationships/theme" Target="../theme/theme1.xml"/><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 Id="rId14" Type="http://schemas.openxmlformats.org/officeDocument/2006/relationships/slideLayout" Target="../slideLayouts/slideLayout14.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2"/>
      </p:bgRef>
    </p:bg>
    <p:spTree>
      <p:nvGrpSpPr>
        <p:cNvPr id="1" name=""/>
        <p:cNvGrpSpPr/>
        <p:nvPr/>
      </p:nvGrpSpPr>
      <p:grpSpPr>
        <a:xfrm>
          <a:off x="0" y="0"/>
          <a:ext cx="0" cy="0"/>
          <a:chOff x="0" y="0"/>
          <a:chExt cx="0" cy="0"/>
        </a:xfrm>
      </p:grpSpPr>
      <p:sp>
        <p:nvSpPr>
          <p:cNvPr id="29" name="Freeform: Shape 28">
            <a:extLst>
              <a:ext uri="{FF2B5EF4-FFF2-40B4-BE49-F238E27FC236}">
                <a16:creationId xmlns:a16="http://schemas.microsoft.com/office/drawing/2014/main" id="{7A08E557-10DB-421A-876E-1AE58F8E07C4}"/>
              </a:ext>
            </a:extLst>
          </p:cNvPr>
          <p:cNvSpPr/>
          <p:nvPr/>
        </p:nvSpPr>
        <p:spPr>
          <a:xfrm>
            <a:off x="8844703" y="3732560"/>
            <a:ext cx="3352193" cy="3125440"/>
          </a:xfrm>
          <a:custGeom>
            <a:avLst/>
            <a:gdLst>
              <a:gd name="connsiteX0" fmla="*/ 0 w 3352193"/>
              <a:gd name="connsiteY0" fmla="*/ 3125374 h 3125440"/>
              <a:gd name="connsiteX1" fmla="*/ 2579 w 3352193"/>
              <a:gd name="connsiteY1" fmla="*/ 3125440 h 3125440"/>
              <a:gd name="connsiteX2" fmla="*/ 0 w 3352193"/>
              <a:gd name="connsiteY2" fmla="*/ 3125440 h 3125440"/>
              <a:gd name="connsiteX3" fmla="*/ 3352193 w 3352193"/>
              <a:gd name="connsiteY3" fmla="*/ 0 h 3125440"/>
              <a:gd name="connsiteX4" fmla="*/ 3352193 w 3352193"/>
              <a:gd name="connsiteY4" fmla="*/ 3125440 h 3125440"/>
              <a:gd name="connsiteX5" fmla="*/ 2579 w 3352193"/>
              <a:gd name="connsiteY5" fmla="*/ 3125440 h 3125440"/>
              <a:gd name="connsiteX6" fmla="*/ 3348685 w 3352193"/>
              <a:gd name="connsiteY6" fmla="*/ 47035 h 312544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Lst>
            <a:rect l="l" t="t" r="r" b="b"/>
            <a:pathLst>
              <a:path w="3352193" h="3125440">
                <a:moveTo>
                  <a:pt x="0" y="3125374"/>
                </a:moveTo>
                <a:lnTo>
                  <a:pt x="2579" y="3125440"/>
                </a:lnTo>
                <a:lnTo>
                  <a:pt x="0" y="3125440"/>
                </a:lnTo>
                <a:close/>
                <a:moveTo>
                  <a:pt x="3352193" y="0"/>
                </a:moveTo>
                <a:lnTo>
                  <a:pt x="3352193" y="3125440"/>
                </a:lnTo>
                <a:lnTo>
                  <a:pt x="2579" y="3125440"/>
                </a:lnTo>
                <a:cubicBezTo>
                  <a:pt x="1744073" y="3125440"/>
                  <a:pt x="3176441" y="1776129"/>
                  <a:pt x="3348685" y="47035"/>
                </a:cubicBezTo>
                <a:close/>
              </a:path>
            </a:pathLst>
          </a:custGeom>
          <a:solidFill>
            <a:schemeClr val="accent2">
              <a:alpha val="8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wrap="square" rtlCol="0" anchor="ctr">
            <a:noAutofit/>
          </a:bodyPr>
          <a:lstStyle/>
          <a:p>
            <a:pPr algn="ctr"/>
            <a:endParaRPr lang="en-US"/>
          </a:p>
        </p:txBody>
      </p:sp>
      <p:sp>
        <p:nvSpPr>
          <p:cNvPr id="5" name="Footer Placeholder 4">
            <a:extLst>
              <a:ext uri="{FF2B5EF4-FFF2-40B4-BE49-F238E27FC236}">
                <a16:creationId xmlns:a16="http://schemas.microsoft.com/office/drawing/2014/main" id="{EC2EBCA0-8609-4F35-8CA7-7AD35FDACD73}"/>
              </a:ext>
            </a:extLst>
          </p:cNvPr>
          <p:cNvSpPr>
            <a:spLocks noGrp="1"/>
          </p:cNvSpPr>
          <p:nvPr>
            <p:ph type="ftr" sz="quarter" idx="3"/>
          </p:nvPr>
        </p:nvSpPr>
        <p:spPr>
          <a:xfrm>
            <a:off x="175613" y="6434560"/>
            <a:ext cx="3428012" cy="365125"/>
          </a:xfrm>
          <a:prstGeom prst="rect">
            <a:avLst/>
          </a:prstGeom>
        </p:spPr>
        <p:txBody>
          <a:bodyPr vert="horz" lIns="91440" tIns="45720" rIns="91440" bIns="45720" rtlCol="0" anchor="ctr"/>
          <a:lstStyle>
            <a:lvl1pPr algn="l">
              <a:defRPr sz="1050" spc="50" baseline="0">
                <a:solidFill>
                  <a:schemeClr val="accent2"/>
                </a:solidFill>
                <a:latin typeface="+mn-lt"/>
              </a:defRPr>
            </a:lvl1pPr>
          </a:lstStyle>
          <a:p>
            <a:endParaRPr lang="en-US" sz="1000" dirty="0"/>
          </a:p>
        </p:txBody>
      </p:sp>
      <p:sp>
        <p:nvSpPr>
          <p:cNvPr id="2" name="Title Placeholder 1">
            <a:extLst>
              <a:ext uri="{FF2B5EF4-FFF2-40B4-BE49-F238E27FC236}">
                <a16:creationId xmlns:a16="http://schemas.microsoft.com/office/drawing/2014/main" id="{BFDA9639-38D2-4CD4-A861-F6B4C6CB99BD}"/>
              </a:ext>
            </a:extLst>
          </p:cNvPr>
          <p:cNvSpPr>
            <a:spLocks noGrp="1"/>
          </p:cNvSpPr>
          <p:nvPr>
            <p:ph type="title"/>
          </p:nvPr>
        </p:nvSpPr>
        <p:spPr>
          <a:xfrm>
            <a:off x="908775" y="590372"/>
            <a:ext cx="10202248" cy="1325890"/>
          </a:xfrm>
          <a:prstGeom prst="rect">
            <a:avLst/>
          </a:prstGeom>
        </p:spPr>
        <p:txBody>
          <a:bodyPr vert="horz" lIns="91440" tIns="45720" rIns="91440" bIns="45720" rtlCol="0" anchor="ctr">
            <a:normAutofit/>
          </a:bodyPr>
          <a:lstStyle/>
          <a:p>
            <a:r>
              <a:rPr lang="en-US"/>
              <a:t>Click to edit Master title style</a:t>
            </a:r>
            <a:endParaRPr lang="en-US" dirty="0"/>
          </a:p>
        </p:txBody>
      </p:sp>
      <p:sp>
        <p:nvSpPr>
          <p:cNvPr id="3" name="Text Placeholder 2">
            <a:extLst>
              <a:ext uri="{FF2B5EF4-FFF2-40B4-BE49-F238E27FC236}">
                <a16:creationId xmlns:a16="http://schemas.microsoft.com/office/drawing/2014/main" id="{DDAF00B1-16C1-47B3-A7A0-B71468312896}"/>
              </a:ext>
            </a:extLst>
          </p:cNvPr>
          <p:cNvSpPr>
            <a:spLocks noGrp="1"/>
          </p:cNvSpPr>
          <p:nvPr>
            <p:ph type="body" idx="1"/>
          </p:nvPr>
        </p:nvSpPr>
        <p:spPr>
          <a:xfrm>
            <a:off x="918825" y="1916262"/>
            <a:ext cx="10192198" cy="4133481"/>
          </a:xfrm>
          <a:prstGeom prst="rect">
            <a:avLst/>
          </a:prstGeom>
        </p:spPr>
        <p:txBody>
          <a:bodyPr vert="horz" lIns="91440" tIns="45720" rIns="91440" bIns="45720" rtlCol="0">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Date Placeholder 3">
            <a:extLst>
              <a:ext uri="{FF2B5EF4-FFF2-40B4-BE49-F238E27FC236}">
                <a16:creationId xmlns:a16="http://schemas.microsoft.com/office/drawing/2014/main" id="{2BCF9501-5B6B-4DAF-B59D-3C129ED805AC}"/>
              </a:ext>
            </a:extLst>
          </p:cNvPr>
          <p:cNvSpPr>
            <a:spLocks noGrp="1"/>
          </p:cNvSpPr>
          <p:nvPr>
            <p:ph type="dt" sz="half" idx="2"/>
          </p:nvPr>
        </p:nvSpPr>
        <p:spPr>
          <a:xfrm>
            <a:off x="9017000" y="6433202"/>
            <a:ext cx="2374150" cy="367841"/>
          </a:xfrm>
          <a:prstGeom prst="rect">
            <a:avLst/>
          </a:prstGeom>
        </p:spPr>
        <p:txBody>
          <a:bodyPr vert="horz" lIns="91440" tIns="45720" rIns="91440" bIns="45720" rtlCol="0" anchor="ctr"/>
          <a:lstStyle>
            <a:lvl1pPr algn="r">
              <a:defRPr sz="1050" spc="50" baseline="0">
                <a:solidFill>
                  <a:srgbClr val="FFFFFF"/>
                </a:solidFill>
                <a:latin typeface="+mn-lt"/>
              </a:defRPr>
            </a:lvl1pPr>
          </a:lstStyle>
          <a:p>
            <a:endParaRPr lang="en-US" dirty="0"/>
          </a:p>
        </p:txBody>
      </p:sp>
      <p:sp>
        <p:nvSpPr>
          <p:cNvPr id="6" name="Slide Number Placeholder 5">
            <a:extLst>
              <a:ext uri="{FF2B5EF4-FFF2-40B4-BE49-F238E27FC236}">
                <a16:creationId xmlns:a16="http://schemas.microsoft.com/office/drawing/2014/main" id="{37685DBD-B7AE-41D8-8CF1-B21CD58E1B45}"/>
              </a:ext>
            </a:extLst>
          </p:cNvPr>
          <p:cNvSpPr>
            <a:spLocks noGrp="1"/>
          </p:cNvSpPr>
          <p:nvPr>
            <p:ph type="sldNum" sz="quarter" idx="4"/>
          </p:nvPr>
        </p:nvSpPr>
        <p:spPr>
          <a:xfrm>
            <a:off x="11391150" y="6433203"/>
            <a:ext cx="693263" cy="367842"/>
          </a:xfrm>
          <a:prstGeom prst="rect">
            <a:avLst/>
          </a:prstGeom>
        </p:spPr>
        <p:txBody>
          <a:bodyPr vert="horz" lIns="91440" tIns="45720" rIns="91440" bIns="45720" rtlCol="0" anchor="ctr"/>
          <a:lstStyle>
            <a:lvl1pPr algn="r">
              <a:defRPr sz="2000">
                <a:solidFill>
                  <a:srgbClr val="FFFFFF"/>
                </a:solidFill>
                <a:latin typeface="+mj-lt"/>
              </a:defRPr>
            </a:lvl1pPr>
          </a:lstStyle>
          <a:p>
            <a:fld id="{08AB70BE-1769-45B8-85A6-0C837432C7E6}" type="slidenum">
              <a:rPr lang="en-US" smtClean="0"/>
              <a:pPr/>
              <a:t>‹#›</a:t>
            </a:fld>
            <a:endParaRPr lang="en-US" dirty="0"/>
          </a:p>
        </p:txBody>
      </p:sp>
    </p:spTree>
    <p:extLst>
      <p:ext uri="{BB962C8B-B14F-4D97-AF65-F5344CB8AC3E}">
        <p14:creationId xmlns:p14="http://schemas.microsoft.com/office/powerpoint/2010/main" val="3130536433"/>
      </p:ext>
    </p:extLst>
  </p:cSld>
  <p:clrMap bg1="lt1" tx1="dk1" bg2="lt2" tx2="dk2" accent1="accent1" accent2="accent2" accent3="accent3" accent4="accent4" accent5="accent5" accent6="accent6" hlink="hlink" folHlink="folHlink"/>
  <p:sldLayoutIdLst>
    <p:sldLayoutId id="2147483713" r:id="rId1"/>
    <p:sldLayoutId id="2147483714" r:id="rId2"/>
    <p:sldLayoutId id="2147483715" r:id="rId3"/>
    <p:sldLayoutId id="2147483716" r:id="rId4"/>
    <p:sldLayoutId id="2147483717" r:id="rId5"/>
    <p:sldLayoutId id="2147483718" r:id="rId6"/>
    <p:sldLayoutId id="2147483719" r:id="rId7"/>
    <p:sldLayoutId id="2147483720" r:id="rId8"/>
    <p:sldLayoutId id="2147483721" r:id="rId9"/>
    <p:sldLayoutId id="2147483722" r:id="rId10"/>
    <p:sldLayoutId id="2147483723" r:id="rId11"/>
    <p:sldLayoutId id="2147483724" r:id="rId12"/>
    <p:sldLayoutId id="2147483728" r:id="rId13"/>
    <p:sldLayoutId id="2147483735" r:id="rId14"/>
  </p:sldLayoutIdLst>
  <p:hf hdr="0" ftr="0" dt="0"/>
  <p:txStyles>
    <p:titleStyle>
      <a:lvl1pPr algn="l" defTabSz="914400" rtl="0" eaLnBrk="1" latinLnBrk="0" hangingPunct="1">
        <a:lnSpc>
          <a:spcPct val="90000"/>
        </a:lnSpc>
        <a:spcBef>
          <a:spcPct val="0"/>
        </a:spcBef>
        <a:buNone/>
        <a:defRPr sz="4000" kern="1200">
          <a:solidFill>
            <a:schemeClr val="accent2"/>
          </a:solidFill>
          <a:latin typeface="+mj-lt"/>
          <a:ea typeface="+mj-ea"/>
          <a:cs typeface="+mj-cs"/>
        </a:defRPr>
      </a:lvl1pPr>
    </p:titleStyle>
    <p:bodyStyle>
      <a:lvl1pPr marL="228600" indent="-228600" algn="l" defTabSz="914400" rtl="0" eaLnBrk="1" latinLnBrk="0" hangingPunct="1">
        <a:lnSpc>
          <a:spcPct val="120000"/>
        </a:lnSpc>
        <a:spcBef>
          <a:spcPts val="1000"/>
        </a:spcBef>
        <a:buClr>
          <a:schemeClr val="accent5"/>
        </a:buClr>
        <a:buFont typeface="Arial" panose="020B0604020202020204" pitchFamily="34" charset="0"/>
        <a:buChar char="•"/>
        <a:defRPr sz="2000" kern="1200">
          <a:solidFill>
            <a:schemeClr val="tx2"/>
          </a:solidFill>
          <a:latin typeface="+mn-lt"/>
          <a:ea typeface="+mn-ea"/>
          <a:cs typeface="+mn-cs"/>
        </a:defRPr>
      </a:lvl1pPr>
      <a:lvl2pPr marL="685800" indent="-228600" algn="l" defTabSz="914400" rtl="0" eaLnBrk="1" latinLnBrk="0" hangingPunct="1">
        <a:lnSpc>
          <a:spcPct val="120000"/>
        </a:lnSpc>
        <a:spcBef>
          <a:spcPts val="500"/>
        </a:spcBef>
        <a:buClr>
          <a:schemeClr val="accent5"/>
        </a:buClr>
        <a:buFont typeface="Arial" panose="020B0604020202020204" pitchFamily="34" charset="0"/>
        <a:buChar char="•"/>
        <a:defRPr sz="1800" kern="1200">
          <a:solidFill>
            <a:schemeClr val="tx2"/>
          </a:solidFill>
          <a:latin typeface="+mn-lt"/>
          <a:ea typeface="+mn-ea"/>
          <a:cs typeface="+mn-cs"/>
        </a:defRPr>
      </a:lvl2pPr>
      <a:lvl3pPr marL="1143000" indent="-228600" algn="l" defTabSz="914400" rtl="0" eaLnBrk="1" latinLnBrk="0" hangingPunct="1">
        <a:lnSpc>
          <a:spcPct val="120000"/>
        </a:lnSpc>
        <a:spcBef>
          <a:spcPts val="500"/>
        </a:spcBef>
        <a:buClr>
          <a:schemeClr val="accent5"/>
        </a:buClr>
        <a:buFont typeface="Arial" panose="020B0604020202020204" pitchFamily="34" charset="0"/>
        <a:buChar char="•"/>
        <a:defRPr sz="1600" kern="1200">
          <a:solidFill>
            <a:schemeClr val="tx2"/>
          </a:solidFill>
          <a:latin typeface="+mn-lt"/>
          <a:ea typeface="+mn-ea"/>
          <a:cs typeface="+mn-cs"/>
        </a:defRPr>
      </a:lvl3pPr>
      <a:lvl4pPr marL="1600200" indent="-228600" algn="l" defTabSz="914400" rtl="0" eaLnBrk="1" latinLnBrk="0" hangingPunct="1">
        <a:lnSpc>
          <a:spcPct val="120000"/>
        </a:lnSpc>
        <a:spcBef>
          <a:spcPts val="500"/>
        </a:spcBef>
        <a:buClr>
          <a:schemeClr val="accent5"/>
        </a:buClr>
        <a:buFont typeface="Arial" panose="020B0604020202020204" pitchFamily="34" charset="0"/>
        <a:buChar char="•"/>
        <a:defRPr sz="1400" kern="1200">
          <a:solidFill>
            <a:schemeClr val="tx2"/>
          </a:solidFill>
          <a:latin typeface="+mn-lt"/>
          <a:ea typeface="+mn-ea"/>
          <a:cs typeface="+mn-cs"/>
        </a:defRPr>
      </a:lvl4pPr>
      <a:lvl5pPr marL="2057400" indent="-228600" algn="l" defTabSz="914400" rtl="0" eaLnBrk="1" latinLnBrk="0" hangingPunct="1">
        <a:lnSpc>
          <a:spcPct val="120000"/>
        </a:lnSpc>
        <a:spcBef>
          <a:spcPts val="500"/>
        </a:spcBef>
        <a:buClr>
          <a:schemeClr val="accent5"/>
        </a:buClr>
        <a:buFont typeface="Arial" panose="020B0604020202020204" pitchFamily="34" charset="0"/>
        <a:buChar char="•"/>
        <a:defRPr sz="1400" kern="1200">
          <a:solidFill>
            <a:schemeClr val="tx2"/>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extLst>
    <p:ext uri="{27BBF7A9-308A-43DC-89C8-2F10F3537804}">
      <p15:sldGuideLst xmlns:p15="http://schemas.microsoft.com/office/powerpoint/2012/main">
        <p15:guide id="1" orient="horz" pos="2160">
          <p15:clr>
            <a:srgbClr val="F26B43"/>
          </p15:clr>
        </p15:guide>
        <p15:guide id="2" pos="3840">
          <p15:clr>
            <a:srgbClr val="F26B43"/>
          </p15:clr>
        </p15:guide>
        <p15:guide id="3" orient="horz" pos="2736">
          <p15:clr>
            <a:srgbClr val="F26B43"/>
          </p15:clr>
        </p15:guide>
        <p15:guide id="4" orient="horz" pos="3312">
          <p15:clr>
            <a:srgbClr val="F26B43"/>
          </p15:clr>
        </p15:guide>
        <p15:guide id="5" orient="horz" pos="432">
          <p15:clr>
            <a:srgbClr val="F26B43"/>
          </p15:clr>
        </p15:guide>
        <p15:guide id="7" pos="4416">
          <p15:clr>
            <a:srgbClr val="F26B43"/>
          </p15:clr>
        </p15:guide>
        <p15:guide id="8" pos="5568">
          <p15:clr>
            <a:srgbClr val="F26B43"/>
          </p15:clr>
        </p15:guide>
        <p15:guide id="9" pos="7296">
          <p15:clr>
            <a:srgbClr val="F26B43"/>
          </p15:clr>
        </p15:guide>
        <p15:guide id="10" pos="2688">
          <p15:clr>
            <a:srgbClr val="F26B43"/>
          </p15:clr>
        </p15:guide>
        <p15:guide id="11" pos="1536">
          <p15:clr>
            <a:srgbClr val="F26B43"/>
          </p15:clr>
        </p15:guide>
        <p15:guide id="12" pos="384">
          <p15:clr>
            <a:srgbClr val="F26B43"/>
          </p15:clr>
        </p15:guide>
        <p15:guide id="13" pos="2112">
          <p15:clr>
            <a:srgbClr val="F26B43"/>
          </p15:clr>
        </p15:guide>
        <p15:guide id="14" pos="4992">
          <p15:clr>
            <a:srgbClr val="F26B43"/>
          </p15:clr>
        </p15:guide>
        <p15:guide id="15" pos="6720">
          <p15:clr>
            <a:srgbClr val="F26B43"/>
          </p15:clr>
        </p15:guide>
        <p15:guide id="16" pos="960">
          <p15:clr>
            <a:srgbClr val="F26B43"/>
          </p15:clr>
        </p15:guide>
        <p15:guide id="17" pos="3264">
          <p15:clr>
            <a:srgbClr val="F26B43"/>
          </p15:clr>
        </p15:guide>
        <p15:guide id="18" orient="horz" pos="1008">
          <p15:clr>
            <a:srgbClr val="F26B43"/>
          </p15:clr>
        </p15:guide>
        <p15:guide id="19" orient="horz" pos="3888">
          <p15:clr>
            <a:srgbClr val="F26B43"/>
          </p15:clr>
        </p15:guide>
        <p15:guide id="20" pos="6144">
          <p15:clr>
            <a:srgbClr val="F26B43"/>
          </p15:clr>
        </p15:guide>
        <p15:guide id="21" orient="horz" pos="1584">
          <p15:clr>
            <a:srgbClr val="F26B43"/>
          </p15:clr>
        </p15:guide>
        <p15:guide id="22" pos="576">
          <p15:clr>
            <a:srgbClr val="F26B43"/>
          </p15:clr>
        </p15:guide>
        <p15:guide id="23" pos="7104">
          <p15:clr>
            <a:srgbClr val="F26B43"/>
          </p15:clr>
        </p15:guide>
        <p15:guide id="24" pos="768">
          <p15:clr>
            <a:srgbClr val="F26B43"/>
          </p15:clr>
        </p15:guide>
        <p15:guide id="25" pos="6912">
          <p15:clr>
            <a:srgbClr val="F26B43"/>
          </p15:clr>
        </p15:guide>
      </p15:sldGuideLst>
    </p:ext>
  </p:extLst>
</p:sldMaster>
</file>

<file path=ppt/slides/_rels/slide1.xml.rels><?xml version="1.0" encoding="UTF-8" standalone="yes"?>
<Relationships xmlns="http://schemas.openxmlformats.org/package/2006/relationships"><Relationship Id="rId2" Type="http://schemas.openxmlformats.org/officeDocument/2006/relationships/notesSlide" Target="../notesSlides/notesSlide1.xml"/><Relationship Id="rId1" Type="http://schemas.openxmlformats.org/officeDocument/2006/relationships/slideLayout" Target="../slideLayouts/slideLayout12.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4.xml"/></Relationships>
</file>

<file path=ppt/slides/_rels/slide3.xml.rels><?xml version="1.0" encoding="UTF-8" standalone="yes"?>
<Relationships xmlns="http://schemas.openxmlformats.org/package/2006/relationships"><Relationship Id="rId2" Type="http://schemas.openxmlformats.org/officeDocument/2006/relationships/image" Target="../media/image1.jpeg"/><Relationship Id="rId1" Type="http://schemas.openxmlformats.org/officeDocument/2006/relationships/slideLayout" Target="../slideLayouts/slideLayout2.xml"/></Relationships>
</file>

<file path=ppt/slides/_rels/slide4.xml.rels><?xml version="1.0" encoding="UTF-8" standalone="yes"?>
<Relationships xmlns="http://schemas.openxmlformats.org/package/2006/relationships"><Relationship Id="rId2" Type="http://schemas.openxmlformats.org/officeDocument/2006/relationships/notesSlide" Target="../notesSlides/notesSlide2.xml"/><Relationship Id="rId1" Type="http://schemas.openxmlformats.org/officeDocument/2006/relationships/slideLayout" Target="../slideLayouts/slideLayout13.xml"/></Relationships>
</file>

<file path=ppt/slides/_rels/slide5.xml.rels><?xml version="1.0" encoding="UTF-8" standalone="yes"?>
<Relationships xmlns="http://schemas.openxmlformats.org/package/2006/relationships"><Relationship Id="rId2" Type="http://schemas.openxmlformats.org/officeDocument/2006/relationships/notesSlide" Target="../notesSlides/notesSlide3.xml"/><Relationship Id="rId1" Type="http://schemas.openxmlformats.org/officeDocument/2006/relationships/slideLayout" Target="../slideLayouts/slideLayout13.xml"/></Relationships>
</file>

<file path=ppt/slides/_rels/slide6.xml.rels><?xml version="1.0" encoding="UTF-8" standalone="yes"?>
<Relationships xmlns="http://schemas.openxmlformats.org/package/2006/relationships"><Relationship Id="rId2" Type="http://schemas.openxmlformats.org/officeDocument/2006/relationships/notesSlide" Target="../notesSlides/notesSlide4.xml"/><Relationship Id="rId1" Type="http://schemas.openxmlformats.org/officeDocument/2006/relationships/slideLayout" Target="../slideLayouts/slideLayout13.xml"/></Relationships>
</file>

<file path=ppt/slides/_rels/slide7.xml.rels><?xml version="1.0" encoding="UTF-8" standalone="yes"?>
<Relationships xmlns="http://schemas.openxmlformats.org/package/2006/relationships"><Relationship Id="rId2" Type="http://schemas.openxmlformats.org/officeDocument/2006/relationships/notesSlide" Target="../notesSlides/notesSlide5.xml"/><Relationship Id="rId1" Type="http://schemas.openxmlformats.org/officeDocument/2006/relationships/slideLayout" Target="../slideLayouts/slideLayout13.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3.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3.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3.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3.xml"/></Relationships>
</file>

<file path=ppt/slides/_rels/slide12.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image" Target="../media/image2.png"/><Relationship Id="rId1" Type="http://schemas.openxmlformats.org/officeDocument/2006/relationships/slideLayout" Target="../slideLayouts/slideLayout13.xml"/></Relationships>
</file>

<file path=ppt/slides/_rels/slide13.xml.rels><?xml version="1.0" encoding="UTF-8" standalone="yes"?>
<Relationships xmlns="http://schemas.openxmlformats.org/package/2006/relationships"><Relationship Id="rId3" Type="http://schemas.openxmlformats.org/officeDocument/2006/relationships/image" Target="../media/image5.png"/><Relationship Id="rId2" Type="http://schemas.openxmlformats.org/officeDocument/2006/relationships/image" Target="../media/image4.png"/><Relationship Id="rId1" Type="http://schemas.openxmlformats.org/officeDocument/2006/relationships/slideLayout" Target="../slideLayouts/slideLayout13.xml"/></Relationships>
</file>

<file path=ppt/slides/_rels/slide14.xml.rels><?xml version="1.0" encoding="UTF-8" standalone="yes"?>
<Relationships xmlns="http://schemas.openxmlformats.org/package/2006/relationships"><Relationship Id="rId3" Type="http://schemas.openxmlformats.org/officeDocument/2006/relationships/image" Target="../media/image7.png"/><Relationship Id="rId2" Type="http://schemas.openxmlformats.org/officeDocument/2006/relationships/image" Target="../media/image6.png"/><Relationship Id="rId1" Type="http://schemas.openxmlformats.org/officeDocument/2006/relationships/slideLayout" Target="../slideLayouts/slideLayout13.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13.xml"/></Relationships>
</file>

<file path=ppt/slides/_rels/slide16.xml.rels><?xml version="1.0" encoding="UTF-8" standalone="yes"?>
<Relationships xmlns="http://schemas.openxmlformats.org/package/2006/relationships"><Relationship Id="rId2" Type="http://schemas.openxmlformats.org/officeDocument/2006/relationships/hyperlink" Target="https://github.com/Mat6577/COS214_Practical5" TargetMode="External"/><Relationship Id="rId1" Type="http://schemas.openxmlformats.org/officeDocument/2006/relationships/slideLayout" Target="../slideLayouts/slideLayout13.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13.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F040D9AD-F97D-8DCF-97C2-FEE69475C0BC}"/>
              </a:ext>
            </a:extLst>
          </p:cNvPr>
          <p:cNvSpPr>
            <a:spLocks noGrp="1"/>
          </p:cNvSpPr>
          <p:nvPr>
            <p:ph type="title"/>
          </p:nvPr>
        </p:nvSpPr>
        <p:spPr/>
        <p:txBody>
          <a:bodyPr>
            <a:normAutofit fontScale="90000"/>
          </a:bodyPr>
          <a:lstStyle/>
          <a:p>
            <a:br>
              <a:rPr lang="en-ZA" u="sng" dirty="0"/>
            </a:br>
            <a:br>
              <a:rPr lang="en-ZA" u="sng" dirty="0"/>
            </a:br>
            <a:r>
              <a:rPr lang="en-ZA" u="sng" dirty="0" err="1"/>
              <a:t>CampusGuard</a:t>
            </a:r>
            <a:br>
              <a:rPr lang="en-ZA" u="sng" dirty="0"/>
            </a:br>
            <a:br>
              <a:rPr lang="en-ZA" u="sng" dirty="0"/>
            </a:br>
            <a:br>
              <a:rPr lang="en-ZA" sz="800" u="sng" dirty="0"/>
            </a:br>
            <a:r>
              <a:rPr lang="en-ZA" sz="1400" dirty="0"/>
              <a:t>Members:</a:t>
            </a:r>
            <a:br>
              <a:rPr lang="en-ZA" sz="1400" dirty="0"/>
            </a:br>
            <a:br>
              <a:rPr lang="en-ZA" sz="1400" dirty="0"/>
            </a:br>
            <a:r>
              <a:rPr lang="en-ZA" sz="1400" dirty="0">
                <a:latin typeface="+mn-lt"/>
              </a:rPr>
              <a:t>Ashley Mthemba </a:t>
            </a:r>
            <a:r>
              <a:rPr lang="en-ZA" sz="1400" dirty="0"/>
              <a:t>–</a:t>
            </a:r>
            <a:r>
              <a:rPr lang="en-ZA" sz="1400" dirty="0">
                <a:latin typeface="+mn-lt"/>
              </a:rPr>
              <a:t> u25072235</a:t>
            </a:r>
            <a:br>
              <a:rPr lang="en-ZA" sz="1400" dirty="0">
                <a:latin typeface="+mn-lt"/>
              </a:rPr>
            </a:br>
            <a:br>
              <a:rPr lang="en-ZA" sz="1400" dirty="0">
                <a:latin typeface="+mn-lt"/>
              </a:rPr>
            </a:br>
            <a:r>
              <a:rPr lang="en-ZA" sz="1400" dirty="0">
                <a:latin typeface="+mn-lt"/>
              </a:rPr>
              <a:t>Tebello Mohohoma – </a:t>
            </a:r>
            <a:br>
              <a:rPr lang="en-ZA" sz="1400" dirty="0">
                <a:latin typeface="+mn-lt"/>
              </a:rPr>
            </a:br>
            <a:br>
              <a:rPr lang="en-ZA" sz="1400" dirty="0">
                <a:latin typeface="+mn-lt"/>
              </a:rPr>
            </a:br>
            <a:r>
              <a:rPr lang="en-ZA" sz="1400" dirty="0">
                <a:latin typeface="+mn-lt"/>
              </a:rPr>
              <a:t>Navela Hlungwani </a:t>
            </a:r>
            <a:r>
              <a:rPr lang="en-ZA" sz="1400" dirty="0"/>
              <a:t>– </a:t>
            </a:r>
            <a:br>
              <a:rPr lang="en-ZA" sz="1400" dirty="0"/>
            </a:br>
            <a:br>
              <a:rPr lang="en-ZA" dirty="0"/>
            </a:br>
            <a:endParaRPr lang="en-US" dirty="0"/>
          </a:p>
        </p:txBody>
      </p:sp>
      <p:sp>
        <p:nvSpPr>
          <p:cNvPr id="3" name="Slide Number Placeholder 2">
            <a:extLst>
              <a:ext uri="{FF2B5EF4-FFF2-40B4-BE49-F238E27FC236}">
                <a16:creationId xmlns:a16="http://schemas.microsoft.com/office/drawing/2014/main" id="{5D9882FA-049D-25F3-3F24-590E9D0F184A}"/>
              </a:ext>
            </a:extLst>
          </p:cNvPr>
          <p:cNvSpPr>
            <a:spLocks noGrp="1"/>
          </p:cNvSpPr>
          <p:nvPr>
            <p:ph type="sldNum" sz="quarter" idx="4"/>
          </p:nvPr>
        </p:nvSpPr>
        <p:spPr/>
        <p:txBody>
          <a:bodyPr/>
          <a:lstStyle/>
          <a:p>
            <a:fld id="{08AB70BE-1769-45B8-85A6-0C837432C7E6}" type="slidenum">
              <a:rPr lang="en-US" smtClean="0"/>
              <a:pPr/>
              <a:t>1</a:t>
            </a:fld>
            <a:endParaRPr lang="en-US" dirty="0"/>
          </a:p>
        </p:txBody>
      </p:sp>
    </p:spTree>
    <p:extLst>
      <p:ext uri="{BB962C8B-B14F-4D97-AF65-F5344CB8AC3E}">
        <p14:creationId xmlns:p14="http://schemas.microsoft.com/office/powerpoint/2010/main" val="3441048361"/>
      </p:ext>
    </p:extLst>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itle 3">
            <a:extLst>
              <a:ext uri="{FF2B5EF4-FFF2-40B4-BE49-F238E27FC236}">
                <a16:creationId xmlns:a16="http://schemas.microsoft.com/office/drawing/2014/main" id="{BFCA4987-5B76-6659-523D-29EC4CD6BC3D}"/>
              </a:ext>
            </a:extLst>
          </p:cNvPr>
          <p:cNvSpPr>
            <a:spLocks noGrp="1"/>
          </p:cNvSpPr>
          <p:nvPr>
            <p:ph type="title"/>
          </p:nvPr>
        </p:nvSpPr>
        <p:spPr/>
        <p:txBody>
          <a:bodyPr/>
          <a:lstStyle/>
          <a:p>
            <a:r>
              <a:rPr lang="en-ZA" b="1" dirty="0"/>
              <a:t>System Description</a:t>
            </a:r>
            <a:br>
              <a:rPr lang="en-ZA" b="1" dirty="0"/>
            </a:br>
            <a:endParaRPr lang="en-ZA" dirty="0"/>
          </a:p>
        </p:txBody>
      </p:sp>
      <p:sp>
        <p:nvSpPr>
          <p:cNvPr id="5" name="Table Placeholder 4">
            <a:extLst>
              <a:ext uri="{FF2B5EF4-FFF2-40B4-BE49-F238E27FC236}">
                <a16:creationId xmlns:a16="http://schemas.microsoft.com/office/drawing/2014/main" id="{19E4EA19-F077-5E7D-70E4-F489513C2AC3}"/>
              </a:ext>
            </a:extLst>
          </p:cNvPr>
          <p:cNvSpPr>
            <a:spLocks noGrp="1"/>
          </p:cNvSpPr>
          <p:nvPr>
            <p:ph type="tbl" sz="quarter" idx="10"/>
          </p:nvPr>
        </p:nvSpPr>
        <p:spPr/>
        <p:txBody>
          <a:bodyPr/>
          <a:lstStyle/>
          <a:p>
            <a:r>
              <a:rPr lang="en-US" dirty="0" err="1"/>
              <a:t>CampusGuard</a:t>
            </a:r>
            <a:r>
              <a:rPr lang="en-US" dirty="0"/>
              <a:t> is an emergency-response coordination platform designed for a large university campus. The system facilitates the efficient and decoupled interaction between various emergency units—including campus security, medical responders, and access control systems—through a central mediator. It manages the lifecycle of incidents via state transitions and standardizes emergency response workflows using predefined template methods and executable commands, ultimately allowing operators to seamlessly trigger, coordinate, and undo critical emergency actions.</a:t>
            </a:r>
            <a:endParaRPr lang="en-ZA" dirty="0"/>
          </a:p>
        </p:txBody>
      </p:sp>
      <p:sp>
        <p:nvSpPr>
          <p:cNvPr id="3" name="Slide Number Placeholder 2">
            <a:extLst>
              <a:ext uri="{FF2B5EF4-FFF2-40B4-BE49-F238E27FC236}">
                <a16:creationId xmlns:a16="http://schemas.microsoft.com/office/drawing/2014/main" id="{4BCBA71F-8DEB-E979-D861-20F5744B4D80}"/>
              </a:ext>
            </a:extLst>
          </p:cNvPr>
          <p:cNvSpPr>
            <a:spLocks noGrp="1"/>
          </p:cNvSpPr>
          <p:nvPr>
            <p:ph type="sldNum" sz="quarter" idx="4"/>
          </p:nvPr>
        </p:nvSpPr>
        <p:spPr/>
        <p:txBody>
          <a:bodyPr/>
          <a:lstStyle/>
          <a:p>
            <a:fld id="{08AB70BE-1769-45B8-85A6-0C837432C7E6}" type="slidenum">
              <a:rPr lang="en-US" smtClean="0"/>
              <a:pPr/>
              <a:t>2</a:t>
            </a:fld>
            <a:endParaRPr lang="en-US" dirty="0"/>
          </a:p>
        </p:txBody>
      </p:sp>
    </p:spTree>
    <p:extLst>
      <p:ext uri="{BB962C8B-B14F-4D97-AF65-F5344CB8AC3E}">
        <p14:creationId xmlns:p14="http://schemas.microsoft.com/office/powerpoint/2010/main" val="3084088211"/>
      </p:ext>
    </p:extLst>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1" name="Title 10">
            <a:extLst>
              <a:ext uri="{FF2B5EF4-FFF2-40B4-BE49-F238E27FC236}">
                <a16:creationId xmlns:a16="http://schemas.microsoft.com/office/drawing/2014/main" id="{324F7889-A981-CD4C-7093-EEF218D32F82}"/>
              </a:ext>
            </a:extLst>
          </p:cNvPr>
          <p:cNvSpPr>
            <a:spLocks noGrp="1"/>
          </p:cNvSpPr>
          <p:nvPr>
            <p:ph type="title"/>
          </p:nvPr>
        </p:nvSpPr>
        <p:spPr>
          <a:xfrm>
            <a:off x="5339398" y="333286"/>
            <a:ext cx="1513204" cy="481723"/>
          </a:xfrm>
        </p:spPr>
        <p:txBody>
          <a:bodyPr>
            <a:normAutofit fontScale="90000"/>
          </a:bodyPr>
          <a:lstStyle/>
          <a:p>
            <a:r>
              <a:rPr lang="en-US" dirty="0"/>
              <a:t>UML</a:t>
            </a:r>
            <a:endParaRPr lang="en-ZA" dirty="0"/>
          </a:p>
        </p:txBody>
      </p:sp>
      <p:sp>
        <p:nvSpPr>
          <p:cNvPr id="12" name="Content Placeholder 11">
            <a:extLst>
              <a:ext uri="{FF2B5EF4-FFF2-40B4-BE49-F238E27FC236}">
                <a16:creationId xmlns:a16="http://schemas.microsoft.com/office/drawing/2014/main" id="{BC8D1F2F-D35C-7CF3-ADEF-825BFDA4C931}"/>
              </a:ext>
            </a:extLst>
          </p:cNvPr>
          <p:cNvSpPr>
            <a:spLocks noGrp="1"/>
          </p:cNvSpPr>
          <p:nvPr>
            <p:ph idx="1"/>
          </p:nvPr>
        </p:nvSpPr>
        <p:spPr>
          <a:xfrm>
            <a:off x="4046707" y="2410485"/>
            <a:ext cx="5400942" cy="2037030"/>
          </a:xfrm>
        </p:spPr>
        <p:txBody>
          <a:bodyPr/>
          <a:lstStyle/>
          <a:p>
            <a:endParaRPr lang="en-ZA" dirty="0"/>
          </a:p>
        </p:txBody>
      </p:sp>
      <p:sp>
        <p:nvSpPr>
          <p:cNvPr id="2" name="Slide Number Placeholder 1">
            <a:extLst>
              <a:ext uri="{FF2B5EF4-FFF2-40B4-BE49-F238E27FC236}">
                <a16:creationId xmlns:a16="http://schemas.microsoft.com/office/drawing/2014/main" id="{5FB5619D-5773-C091-EEB3-158CC40C3DEC}"/>
              </a:ext>
            </a:extLst>
          </p:cNvPr>
          <p:cNvSpPr>
            <a:spLocks noGrp="1"/>
          </p:cNvSpPr>
          <p:nvPr>
            <p:ph type="sldNum" sz="quarter" idx="12"/>
          </p:nvPr>
        </p:nvSpPr>
        <p:spPr/>
        <p:txBody>
          <a:bodyPr/>
          <a:lstStyle/>
          <a:p>
            <a:fld id="{08AB70BE-1769-45B8-85A6-0C837432C7E6}" type="slidenum">
              <a:rPr lang="en-US" smtClean="0"/>
              <a:pPr/>
              <a:t>3</a:t>
            </a:fld>
            <a:endParaRPr lang="en-US" dirty="0"/>
          </a:p>
        </p:txBody>
      </p:sp>
      <p:pic>
        <p:nvPicPr>
          <p:cNvPr id="10" name="Picture 9">
            <a:extLst>
              <a:ext uri="{FF2B5EF4-FFF2-40B4-BE49-F238E27FC236}">
                <a16:creationId xmlns:a16="http://schemas.microsoft.com/office/drawing/2014/main" id="{58CCEBD2-2F7C-41A1-A810-910D7BF2D216}"/>
              </a:ext>
            </a:extLst>
          </p:cNvPr>
          <p:cNvPicPr>
            <a:picLocks noChangeAspect="1"/>
          </p:cNvPicPr>
          <p:nvPr/>
        </p:nvPicPr>
        <p:blipFill>
          <a:blip r:embed="rId2"/>
          <a:srcRect/>
          <a:stretch/>
        </p:blipFill>
        <p:spPr>
          <a:xfrm>
            <a:off x="1168941" y="931108"/>
            <a:ext cx="9367736" cy="5169720"/>
          </a:xfrm>
          <a:prstGeom prst="rect">
            <a:avLst/>
          </a:prstGeom>
          <a:solidFill>
            <a:srgbClr val="FFFFFF">
              <a:shade val="85000"/>
            </a:srgbClr>
          </a:solidFill>
          <a:ln w="88900" cap="sq">
            <a:solidFill>
              <a:srgbClr val="FFFFFF"/>
            </a:solidFill>
            <a:miter lim="800000"/>
          </a:ln>
          <a:effectLst>
            <a:outerShdw blurRad="55000" dist="18000" dir="5400000" algn="tl" rotWithShape="0">
              <a:srgbClr val="000000">
                <a:alpha val="40000"/>
              </a:srgbClr>
            </a:outerShdw>
          </a:effectLst>
          <a:scene3d>
            <a:camera prst="orthographicFront"/>
            <a:lightRig rig="twoPt" dir="t">
              <a:rot lat="0" lon="0" rev="7200000"/>
            </a:lightRig>
          </a:scene3d>
          <a:sp3d>
            <a:bevelT w="25400" h="19050"/>
            <a:contourClr>
              <a:srgbClr val="FFFFFF"/>
            </a:contourClr>
          </a:sp3d>
        </p:spPr>
      </p:pic>
    </p:spTree>
    <p:extLst>
      <p:ext uri="{BB962C8B-B14F-4D97-AF65-F5344CB8AC3E}">
        <p14:creationId xmlns:p14="http://schemas.microsoft.com/office/powerpoint/2010/main" val="3715485656"/>
      </p:ext>
    </p:extLst>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Title 2">
            <a:extLst>
              <a:ext uri="{FF2B5EF4-FFF2-40B4-BE49-F238E27FC236}">
                <a16:creationId xmlns:a16="http://schemas.microsoft.com/office/drawing/2014/main" id="{160027CB-3C27-FC4C-AEF9-685A21EA1B94}"/>
              </a:ext>
            </a:extLst>
          </p:cNvPr>
          <p:cNvSpPr>
            <a:spLocks noGrp="1"/>
          </p:cNvSpPr>
          <p:nvPr>
            <p:ph type="title"/>
          </p:nvPr>
        </p:nvSpPr>
        <p:spPr/>
        <p:txBody>
          <a:bodyPr/>
          <a:lstStyle/>
          <a:p>
            <a:r>
              <a:rPr lang="en-ZA" b="1" dirty="0" err="1"/>
              <a:t>GoF</a:t>
            </a:r>
            <a:r>
              <a:rPr lang="en-ZA" b="1" dirty="0"/>
              <a:t> Participant Mapping</a:t>
            </a:r>
            <a:br>
              <a:rPr lang="en-ZA" b="1" dirty="0"/>
            </a:br>
            <a:endParaRPr lang="en-US" dirty="0"/>
          </a:p>
        </p:txBody>
      </p:sp>
      <p:sp>
        <p:nvSpPr>
          <p:cNvPr id="4" name="Content Placeholder 3">
            <a:extLst>
              <a:ext uri="{FF2B5EF4-FFF2-40B4-BE49-F238E27FC236}">
                <a16:creationId xmlns:a16="http://schemas.microsoft.com/office/drawing/2014/main" id="{7B25569D-4B51-26CD-C967-65D3F4059DB9}"/>
              </a:ext>
            </a:extLst>
          </p:cNvPr>
          <p:cNvSpPr>
            <a:spLocks noGrp="1"/>
          </p:cNvSpPr>
          <p:nvPr>
            <p:ph sz="quarter" idx="10"/>
          </p:nvPr>
        </p:nvSpPr>
        <p:spPr>
          <a:xfrm>
            <a:off x="1371599" y="2274033"/>
            <a:ext cx="9883211" cy="3853302"/>
          </a:xfrm>
        </p:spPr>
        <p:txBody>
          <a:bodyPr>
            <a:normAutofit fontScale="62500" lnSpcReduction="20000"/>
          </a:bodyPr>
          <a:lstStyle/>
          <a:p>
            <a:pPr marL="0" indent="0">
              <a:buNone/>
            </a:pPr>
            <a:r>
              <a:rPr lang="en-ZA" sz="2600" u="sng" dirty="0"/>
              <a:t>Command</a:t>
            </a:r>
          </a:p>
          <a:p>
            <a:r>
              <a:rPr lang="en-ZA" sz="2600" b="1" dirty="0"/>
              <a:t>Command:</a:t>
            </a:r>
            <a:r>
              <a:rPr lang="en-ZA" sz="2600" dirty="0"/>
              <a:t> Command (Interface)</a:t>
            </a:r>
          </a:p>
          <a:p>
            <a:r>
              <a:rPr lang="en-ZA" sz="2600" b="1" dirty="0" err="1"/>
              <a:t>ConcreteCommand</a:t>
            </a:r>
            <a:r>
              <a:rPr lang="en-ZA" sz="2600" b="1" dirty="0"/>
              <a:t>:</a:t>
            </a:r>
            <a:r>
              <a:rPr lang="en-ZA" sz="2600" dirty="0"/>
              <a:t> </a:t>
            </a:r>
            <a:r>
              <a:rPr lang="en-ZA" sz="2600" dirty="0" err="1"/>
              <a:t>DispatchUnitCommand</a:t>
            </a:r>
            <a:r>
              <a:rPr lang="en-ZA" sz="2600" dirty="0"/>
              <a:t>, </a:t>
            </a:r>
            <a:r>
              <a:rPr lang="en-ZA" sz="2600" dirty="0" err="1"/>
              <a:t>SecureAreaCommand</a:t>
            </a:r>
            <a:r>
              <a:rPr lang="en-ZA" sz="2600" dirty="0"/>
              <a:t>, </a:t>
            </a:r>
            <a:r>
              <a:rPr lang="en-ZA" sz="2600" dirty="0" err="1"/>
              <a:t>IssueAlertCommand</a:t>
            </a:r>
            <a:endParaRPr lang="en-ZA" sz="2600" dirty="0"/>
          </a:p>
          <a:p>
            <a:r>
              <a:rPr lang="en-ZA" sz="2600" b="1" dirty="0"/>
              <a:t>Invoker:</a:t>
            </a:r>
            <a:r>
              <a:rPr lang="en-ZA" sz="2600" dirty="0"/>
              <a:t> </a:t>
            </a:r>
            <a:r>
              <a:rPr lang="en-ZA" sz="2600" dirty="0" err="1"/>
              <a:t>OperatorConsole</a:t>
            </a:r>
            <a:endParaRPr lang="en-ZA" sz="2600" dirty="0"/>
          </a:p>
          <a:p>
            <a:r>
              <a:rPr lang="en-ZA" sz="2600" b="1" dirty="0"/>
              <a:t>Receiver:</a:t>
            </a:r>
            <a:r>
              <a:rPr lang="en-ZA" sz="2600" dirty="0"/>
              <a:t> Various </a:t>
            </a:r>
            <a:r>
              <a:rPr lang="en-ZA" sz="2600" dirty="0" err="1"/>
              <a:t>ResponseComponent</a:t>
            </a:r>
            <a:r>
              <a:rPr lang="en-ZA" sz="2600" dirty="0"/>
              <a:t> subclasses (e.g., </a:t>
            </a:r>
            <a:r>
              <a:rPr lang="en-ZA" sz="2600" dirty="0" err="1"/>
              <a:t>CommunicationService</a:t>
            </a:r>
            <a:r>
              <a:rPr lang="en-ZA" sz="2600" dirty="0"/>
              <a:t>, </a:t>
            </a:r>
            <a:r>
              <a:rPr lang="en-ZA" sz="2600" dirty="0" err="1"/>
              <a:t>AccessControlSystem</a:t>
            </a:r>
            <a:r>
              <a:rPr lang="en-ZA" sz="2600" dirty="0"/>
              <a:t>)</a:t>
            </a:r>
          </a:p>
          <a:p>
            <a:endParaRPr lang="en-ZA" sz="2600" dirty="0"/>
          </a:p>
          <a:p>
            <a:pPr marL="0" indent="0">
              <a:buNone/>
            </a:pPr>
            <a:r>
              <a:rPr lang="en-ZA" sz="2600" u="sng" dirty="0"/>
              <a:t>Mediator</a:t>
            </a:r>
          </a:p>
          <a:p>
            <a:r>
              <a:rPr lang="en-ZA" sz="2600" b="1" dirty="0"/>
              <a:t>Mediator:</a:t>
            </a:r>
            <a:r>
              <a:rPr lang="en-ZA" sz="2600" dirty="0"/>
              <a:t> </a:t>
            </a:r>
            <a:r>
              <a:rPr lang="en-ZA" sz="2600" dirty="0" err="1"/>
              <a:t>EmergencyCoordinator</a:t>
            </a:r>
            <a:endParaRPr lang="en-ZA" sz="2600" dirty="0"/>
          </a:p>
          <a:p>
            <a:r>
              <a:rPr lang="en-ZA" sz="2600" b="1" dirty="0" err="1"/>
              <a:t>ConcreteMediator</a:t>
            </a:r>
            <a:r>
              <a:rPr lang="en-ZA" sz="2600" b="1" dirty="0"/>
              <a:t>:</a:t>
            </a:r>
            <a:r>
              <a:rPr lang="en-ZA" sz="2600" dirty="0"/>
              <a:t> </a:t>
            </a:r>
            <a:r>
              <a:rPr lang="en-ZA" sz="2600" dirty="0" err="1"/>
              <a:t>ConcreteEmergencyCoordinator</a:t>
            </a:r>
            <a:endParaRPr lang="en-ZA" sz="2600" dirty="0"/>
          </a:p>
          <a:p>
            <a:r>
              <a:rPr lang="en-ZA" sz="2600" b="1" dirty="0"/>
              <a:t>Colleague:</a:t>
            </a:r>
            <a:r>
              <a:rPr lang="en-ZA" sz="2600" dirty="0"/>
              <a:t> </a:t>
            </a:r>
            <a:r>
              <a:rPr lang="en-ZA" sz="2600" dirty="0" err="1"/>
              <a:t>ResponseComponent</a:t>
            </a:r>
            <a:endParaRPr lang="en-ZA" sz="2600" dirty="0"/>
          </a:p>
          <a:p>
            <a:r>
              <a:rPr lang="en-ZA" sz="2600" b="1" dirty="0" err="1"/>
              <a:t>ConcreteColleague</a:t>
            </a:r>
            <a:r>
              <a:rPr lang="en-ZA" sz="2600" b="1" dirty="0"/>
              <a:t>:</a:t>
            </a:r>
            <a:r>
              <a:rPr lang="en-ZA" sz="2600" dirty="0"/>
              <a:t> </a:t>
            </a:r>
            <a:r>
              <a:rPr lang="en-ZA" sz="2600" dirty="0" err="1"/>
              <a:t>CommunicationService</a:t>
            </a:r>
            <a:r>
              <a:rPr lang="en-ZA" sz="2600" dirty="0"/>
              <a:t>, </a:t>
            </a:r>
            <a:r>
              <a:rPr lang="en-ZA" sz="2600" dirty="0" err="1"/>
              <a:t>AccessControl</a:t>
            </a:r>
            <a:r>
              <a:rPr lang="en-ZA" sz="2600" dirty="0"/>
              <a:t>, </a:t>
            </a:r>
            <a:r>
              <a:rPr lang="en-ZA" sz="2600" dirty="0" err="1"/>
              <a:t>CampusSecurity</a:t>
            </a:r>
            <a:r>
              <a:rPr lang="en-ZA" sz="2600" dirty="0"/>
              <a:t>, </a:t>
            </a:r>
            <a:r>
              <a:rPr lang="en-ZA" sz="2600" dirty="0" err="1"/>
              <a:t>MedicalResponders</a:t>
            </a:r>
            <a:endParaRPr lang="en-ZA" sz="2600" dirty="0"/>
          </a:p>
          <a:p>
            <a:endParaRPr lang="en-US" dirty="0"/>
          </a:p>
        </p:txBody>
      </p:sp>
      <p:sp>
        <p:nvSpPr>
          <p:cNvPr id="2" name="Slide Number Placeholder 1">
            <a:extLst>
              <a:ext uri="{FF2B5EF4-FFF2-40B4-BE49-F238E27FC236}">
                <a16:creationId xmlns:a16="http://schemas.microsoft.com/office/drawing/2014/main" id="{616BFA23-AB5B-BA88-E233-DE14DED5A297}"/>
              </a:ext>
            </a:extLst>
          </p:cNvPr>
          <p:cNvSpPr>
            <a:spLocks noGrp="1"/>
          </p:cNvSpPr>
          <p:nvPr>
            <p:ph type="sldNum" sz="quarter" idx="4"/>
          </p:nvPr>
        </p:nvSpPr>
        <p:spPr/>
        <p:txBody>
          <a:bodyPr/>
          <a:lstStyle/>
          <a:p>
            <a:fld id="{08AB70BE-1769-45B8-85A6-0C837432C7E6}" type="slidenum">
              <a:rPr lang="en-US" smtClean="0"/>
              <a:pPr/>
              <a:t>4</a:t>
            </a:fld>
            <a:endParaRPr lang="en-US" dirty="0"/>
          </a:p>
        </p:txBody>
      </p:sp>
    </p:spTree>
    <p:extLst>
      <p:ext uri="{BB962C8B-B14F-4D97-AF65-F5344CB8AC3E}">
        <p14:creationId xmlns:p14="http://schemas.microsoft.com/office/powerpoint/2010/main" val="3457628484"/>
      </p:ext>
    </p:extLst>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7AB70B6C-6B59-9BC6-9CD3-E79F72E8CABD}"/>
            </a:ext>
          </a:extLst>
        </p:cNvPr>
        <p:cNvGrpSpPr/>
        <p:nvPr/>
      </p:nvGrpSpPr>
      <p:grpSpPr>
        <a:xfrm>
          <a:off x="0" y="0"/>
          <a:ext cx="0" cy="0"/>
          <a:chOff x="0" y="0"/>
          <a:chExt cx="0" cy="0"/>
        </a:xfrm>
      </p:grpSpPr>
      <p:sp>
        <p:nvSpPr>
          <p:cNvPr id="3" name="Title 2">
            <a:extLst>
              <a:ext uri="{FF2B5EF4-FFF2-40B4-BE49-F238E27FC236}">
                <a16:creationId xmlns:a16="http://schemas.microsoft.com/office/drawing/2014/main" id="{24F7F2A8-309E-E82A-C8ED-2F856D6E1752}"/>
              </a:ext>
            </a:extLst>
          </p:cNvPr>
          <p:cNvSpPr>
            <a:spLocks noGrp="1"/>
          </p:cNvSpPr>
          <p:nvPr>
            <p:ph type="title"/>
          </p:nvPr>
        </p:nvSpPr>
        <p:spPr/>
        <p:txBody>
          <a:bodyPr/>
          <a:lstStyle/>
          <a:p>
            <a:r>
              <a:rPr lang="en-ZA" b="1" dirty="0" err="1"/>
              <a:t>GoF</a:t>
            </a:r>
            <a:r>
              <a:rPr lang="en-ZA" b="1" dirty="0"/>
              <a:t> Participant Mapping</a:t>
            </a:r>
            <a:br>
              <a:rPr lang="en-ZA" b="1" dirty="0"/>
            </a:br>
            <a:endParaRPr lang="en-US" dirty="0"/>
          </a:p>
        </p:txBody>
      </p:sp>
      <p:sp>
        <p:nvSpPr>
          <p:cNvPr id="4" name="Content Placeholder 3">
            <a:extLst>
              <a:ext uri="{FF2B5EF4-FFF2-40B4-BE49-F238E27FC236}">
                <a16:creationId xmlns:a16="http://schemas.microsoft.com/office/drawing/2014/main" id="{869E7200-D163-D4A1-13C0-04CCC27F25CD}"/>
              </a:ext>
            </a:extLst>
          </p:cNvPr>
          <p:cNvSpPr>
            <a:spLocks noGrp="1"/>
          </p:cNvSpPr>
          <p:nvPr>
            <p:ph sz="quarter" idx="10"/>
          </p:nvPr>
        </p:nvSpPr>
        <p:spPr/>
        <p:txBody>
          <a:bodyPr>
            <a:normAutofit lnSpcReduction="10000"/>
          </a:bodyPr>
          <a:lstStyle/>
          <a:p>
            <a:pPr marL="0" indent="0">
              <a:buNone/>
            </a:pPr>
            <a:r>
              <a:rPr lang="en-ZA" u="sng" dirty="0"/>
              <a:t>Adapter</a:t>
            </a:r>
          </a:p>
          <a:p>
            <a:r>
              <a:rPr lang="en-ZA" b="1" dirty="0"/>
              <a:t>Target:</a:t>
            </a:r>
            <a:r>
              <a:rPr lang="en-ZA" dirty="0"/>
              <a:t> </a:t>
            </a:r>
            <a:r>
              <a:rPr lang="en-ZA" dirty="0" err="1"/>
              <a:t>AccessControl</a:t>
            </a:r>
            <a:endParaRPr lang="en-ZA" dirty="0"/>
          </a:p>
          <a:p>
            <a:r>
              <a:rPr lang="en-ZA" b="1" dirty="0"/>
              <a:t>Adapter:</a:t>
            </a:r>
            <a:r>
              <a:rPr lang="en-ZA" dirty="0"/>
              <a:t> </a:t>
            </a:r>
            <a:r>
              <a:rPr lang="en-ZA" dirty="0" err="1"/>
              <a:t>AccessControlSystem</a:t>
            </a:r>
            <a:endParaRPr lang="en-ZA" dirty="0"/>
          </a:p>
          <a:p>
            <a:r>
              <a:rPr lang="en-ZA" b="1" dirty="0" err="1"/>
              <a:t>Adaptee</a:t>
            </a:r>
            <a:r>
              <a:rPr lang="en-ZA" b="1" dirty="0"/>
              <a:t>:</a:t>
            </a:r>
            <a:r>
              <a:rPr lang="en-ZA" dirty="0"/>
              <a:t> </a:t>
            </a:r>
            <a:r>
              <a:rPr lang="en-ZA" dirty="0" err="1"/>
              <a:t>LegacyAccessControlSystem</a:t>
            </a:r>
            <a:r>
              <a:rPr lang="en-ZA" dirty="0"/>
              <a:t> (External/Legacy Service)</a:t>
            </a:r>
          </a:p>
          <a:p>
            <a:endParaRPr lang="en-ZA" dirty="0"/>
          </a:p>
          <a:p>
            <a:pPr marL="0" indent="0">
              <a:buNone/>
            </a:pPr>
            <a:r>
              <a:rPr lang="en-ZA" u="sng" dirty="0"/>
              <a:t>Facade</a:t>
            </a:r>
          </a:p>
          <a:p>
            <a:r>
              <a:rPr lang="en-ZA" b="1" dirty="0"/>
              <a:t>Facade:</a:t>
            </a:r>
            <a:r>
              <a:rPr lang="en-ZA" dirty="0"/>
              <a:t> </a:t>
            </a:r>
            <a:r>
              <a:rPr lang="en-ZA" dirty="0" err="1"/>
              <a:t>HandleEmergency</a:t>
            </a:r>
            <a:r>
              <a:rPr lang="en-ZA" dirty="0"/>
              <a:t> (Acts as the high-level entry point orchestrating subsystems)</a:t>
            </a:r>
          </a:p>
          <a:p>
            <a:r>
              <a:rPr lang="en-ZA" b="1" dirty="0"/>
              <a:t>Subsystems:</a:t>
            </a:r>
            <a:r>
              <a:rPr lang="en-ZA" dirty="0"/>
              <a:t> </a:t>
            </a:r>
            <a:r>
              <a:rPr lang="en-ZA" dirty="0" err="1"/>
              <a:t>OperatorConsole</a:t>
            </a:r>
            <a:r>
              <a:rPr lang="en-ZA" dirty="0"/>
              <a:t>, </a:t>
            </a:r>
            <a:r>
              <a:rPr lang="en-ZA" dirty="0" err="1"/>
              <a:t>ConcreteEmergencyCoordinator</a:t>
            </a:r>
            <a:r>
              <a:rPr lang="en-ZA" dirty="0"/>
              <a:t>, and Stages (State context).</a:t>
            </a:r>
          </a:p>
          <a:p>
            <a:endParaRPr lang="en-US" dirty="0"/>
          </a:p>
        </p:txBody>
      </p:sp>
      <p:sp>
        <p:nvSpPr>
          <p:cNvPr id="2" name="Slide Number Placeholder 1">
            <a:extLst>
              <a:ext uri="{FF2B5EF4-FFF2-40B4-BE49-F238E27FC236}">
                <a16:creationId xmlns:a16="http://schemas.microsoft.com/office/drawing/2014/main" id="{03F8DBB1-16B1-3DAD-EA5C-72B7FF51AE1E}"/>
              </a:ext>
            </a:extLst>
          </p:cNvPr>
          <p:cNvSpPr>
            <a:spLocks noGrp="1"/>
          </p:cNvSpPr>
          <p:nvPr>
            <p:ph type="sldNum" sz="quarter" idx="4"/>
          </p:nvPr>
        </p:nvSpPr>
        <p:spPr/>
        <p:txBody>
          <a:bodyPr/>
          <a:lstStyle/>
          <a:p>
            <a:fld id="{08AB70BE-1769-45B8-85A6-0C837432C7E6}" type="slidenum">
              <a:rPr lang="en-US" smtClean="0"/>
              <a:pPr/>
              <a:t>5</a:t>
            </a:fld>
            <a:endParaRPr lang="en-US" dirty="0"/>
          </a:p>
        </p:txBody>
      </p:sp>
    </p:spTree>
    <p:extLst>
      <p:ext uri="{BB962C8B-B14F-4D97-AF65-F5344CB8AC3E}">
        <p14:creationId xmlns:p14="http://schemas.microsoft.com/office/powerpoint/2010/main" val="3618220168"/>
      </p:ext>
    </p:extLst>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CDEE2A5-53B6-6F10-2F75-4C0BD1489D1F}"/>
            </a:ext>
          </a:extLst>
        </p:cNvPr>
        <p:cNvGrpSpPr/>
        <p:nvPr/>
      </p:nvGrpSpPr>
      <p:grpSpPr>
        <a:xfrm>
          <a:off x="0" y="0"/>
          <a:ext cx="0" cy="0"/>
          <a:chOff x="0" y="0"/>
          <a:chExt cx="0" cy="0"/>
        </a:xfrm>
      </p:grpSpPr>
      <p:sp>
        <p:nvSpPr>
          <p:cNvPr id="3" name="Title 2">
            <a:extLst>
              <a:ext uri="{FF2B5EF4-FFF2-40B4-BE49-F238E27FC236}">
                <a16:creationId xmlns:a16="http://schemas.microsoft.com/office/drawing/2014/main" id="{7137B2CF-0974-CAF3-0F46-A6EA236DDC2C}"/>
              </a:ext>
            </a:extLst>
          </p:cNvPr>
          <p:cNvSpPr>
            <a:spLocks noGrp="1"/>
          </p:cNvSpPr>
          <p:nvPr>
            <p:ph type="title"/>
          </p:nvPr>
        </p:nvSpPr>
        <p:spPr/>
        <p:txBody>
          <a:bodyPr/>
          <a:lstStyle/>
          <a:p>
            <a:r>
              <a:rPr lang="en-ZA" b="1" dirty="0" err="1"/>
              <a:t>GoF</a:t>
            </a:r>
            <a:r>
              <a:rPr lang="en-ZA" b="1" dirty="0"/>
              <a:t> Participant Mapping</a:t>
            </a:r>
            <a:br>
              <a:rPr lang="en-ZA" b="1" dirty="0"/>
            </a:br>
            <a:endParaRPr lang="en-US" dirty="0"/>
          </a:p>
        </p:txBody>
      </p:sp>
      <p:sp>
        <p:nvSpPr>
          <p:cNvPr id="4" name="Content Placeholder 3">
            <a:extLst>
              <a:ext uri="{FF2B5EF4-FFF2-40B4-BE49-F238E27FC236}">
                <a16:creationId xmlns:a16="http://schemas.microsoft.com/office/drawing/2014/main" id="{47CE7A94-A71B-D628-24C9-AD63BE98CDDE}"/>
              </a:ext>
            </a:extLst>
          </p:cNvPr>
          <p:cNvSpPr>
            <a:spLocks noGrp="1"/>
          </p:cNvSpPr>
          <p:nvPr>
            <p:ph sz="quarter" idx="10"/>
          </p:nvPr>
        </p:nvSpPr>
        <p:spPr>
          <a:xfrm>
            <a:off x="1371599" y="2274033"/>
            <a:ext cx="9720841" cy="3709071"/>
          </a:xfrm>
        </p:spPr>
        <p:txBody>
          <a:bodyPr>
            <a:normAutofit fontScale="92500" lnSpcReduction="10000"/>
          </a:bodyPr>
          <a:lstStyle/>
          <a:p>
            <a:pPr marL="0" indent="0">
              <a:buNone/>
            </a:pPr>
            <a:r>
              <a:rPr lang="en-ZA" u="sng" dirty="0"/>
              <a:t>State </a:t>
            </a:r>
          </a:p>
          <a:p>
            <a:r>
              <a:rPr lang="en-ZA" b="1" dirty="0"/>
              <a:t>Context:</a:t>
            </a:r>
            <a:r>
              <a:rPr lang="en-ZA" dirty="0"/>
              <a:t> </a:t>
            </a:r>
            <a:r>
              <a:rPr lang="en-ZA" dirty="0" err="1"/>
              <a:t>CommunicationService</a:t>
            </a:r>
            <a:endParaRPr lang="en-ZA" dirty="0"/>
          </a:p>
          <a:p>
            <a:r>
              <a:rPr lang="en-ZA" b="1" dirty="0"/>
              <a:t>State:</a:t>
            </a:r>
            <a:r>
              <a:rPr lang="en-ZA" dirty="0"/>
              <a:t> Stages</a:t>
            </a:r>
          </a:p>
          <a:p>
            <a:r>
              <a:rPr lang="en-ZA" b="1" dirty="0" err="1"/>
              <a:t>ConcreteState</a:t>
            </a:r>
            <a:r>
              <a:rPr lang="en-ZA" b="1" dirty="0"/>
              <a:t>:</a:t>
            </a:r>
            <a:r>
              <a:rPr lang="en-ZA" dirty="0"/>
              <a:t> Detection, Response, Recovery</a:t>
            </a:r>
          </a:p>
          <a:p>
            <a:pPr marL="0" indent="0">
              <a:buNone/>
            </a:pPr>
            <a:endParaRPr lang="en-ZA" dirty="0"/>
          </a:p>
          <a:p>
            <a:pPr marL="0" indent="0">
              <a:buNone/>
            </a:pPr>
            <a:r>
              <a:rPr lang="en-ZA" u="sng" dirty="0"/>
              <a:t>Template Method </a:t>
            </a:r>
          </a:p>
          <a:p>
            <a:r>
              <a:rPr lang="en-ZA" b="1" dirty="0" err="1"/>
              <a:t>AbstractClass</a:t>
            </a:r>
            <a:r>
              <a:rPr lang="en-ZA" b="1" dirty="0"/>
              <a:t>:</a:t>
            </a:r>
            <a:r>
              <a:rPr lang="en-ZA" dirty="0"/>
              <a:t> </a:t>
            </a:r>
            <a:r>
              <a:rPr lang="en-ZA" dirty="0" err="1"/>
              <a:t>CommunicationService</a:t>
            </a:r>
            <a:endParaRPr lang="en-ZA" dirty="0"/>
          </a:p>
          <a:p>
            <a:r>
              <a:rPr lang="en-ZA" b="1" dirty="0"/>
              <a:t>Template Method:</a:t>
            </a:r>
            <a:r>
              <a:rPr lang="en-ZA" dirty="0"/>
              <a:t> </a:t>
            </a:r>
            <a:r>
              <a:rPr lang="en-ZA" dirty="0" err="1"/>
              <a:t>triggerEvent</a:t>
            </a:r>
            <a:r>
              <a:rPr lang="en-ZA" dirty="0"/>
              <a:t>()</a:t>
            </a:r>
          </a:p>
          <a:p>
            <a:r>
              <a:rPr lang="en-ZA" b="1" dirty="0" err="1"/>
              <a:t>PrimitiveOperations</a:t>
            </a:r>
            <a:r>
              <a:rPr lang="en-ZA" b="1" dirty="0"/>
              <a:t>:</a:t>
            </a:r>
            <a:r>
              <a:rPr lang="en-ZA" dirty="0"/>
              <a:t> </a:t>
            </a:r>
            <a:r>
              <a:rPr lang="en-ZA" dirty="0" err="1"/>
              <a:t>attendIncident</a:t>
            </a:r>
            <a:r>
              <a:rPr lang="en-ZA" dirty="0"/>
              <a:t>(), </a:t>
            </a:r>
            <a:r>
              <a:rPr lang="en-ZA" dirty="0" err="1"/>
              <a:t>leaveScene</a:t>
            </a:r>
            <a:r>
              <a:rPr lang="en-ZA" dirty="0"/>
              <a:t>()</a:t>
            </a:r>
          </a:p>
          <a:p>
            <a:r>
              <a:rPr lang="en-ZA" b="1" dirty="0" err="1"/>
              <a:t>ConcreteClass</a:t>
            </a:r>
            <a:r>
              <a:rPr lang="en-ZA" b="1" dirty="0"/>
              <a:t>:</a:t>
            </a:r>
            <a:r>
              <a:rPr lang="en-ZA" dirty="0"/>
              <a:t> </a:t>
            </a:r>
            <a:r>
              <a:rPr lang="en-ZA" dirty="0" err="1"/>
              <a:t>CampusSecurity</a:t>
            </a:r>
            <a:r>
              <a:rPr lang="en-ZA" dirty="0"/>
              <a:t>, </a:t>
            </a:r>
            <a:r>
              <a:rPr lang="en-ZA" dirty="0" err="1"/>
              <a:t>MedicalResponders</a:t>
            </a:r>
            <a:r>
              <a:rPr lang="en-ZA" dirty="0"/>
              <a:t>, </a:t>
            </a:r>
            <a:r>
              <a:rPr lang="en-ZA" dirty="0" err="1"/>
              <a:t>FacilityStaff</a:t>
            </a:r>
            <a:endParaRPr lang="en-ZA" dirty="0"/>
          </a:p>
          <a:p>
            <a:endParaRPr lang="en-US" dirty="0"/>
          </a:p>
        </p:txBody>
      </p:sp>
      <p:sp>
        <p:nvSpPr>
          <p:cNvPr id="2" name="Slide Number Placeholder 1">
            <a:extLst>
              <a:ext uri="{FF2B5EF4-FFF2-40B4-BE49-F238E27FC236}">
                <a16:creationId xmlns:a16="http://schemas.microsoft.com/office/drawing/2014/main" id="{63481987-AB24-F9B2-DD6C-9396813370FE}"/>
              </a:ext>
            </a:extLst>
          </p:cNvPr>
          <p:cNvSpPr>
            <a:spLocks noGrp="1"/>
          </p:cNvSpPr>
          <p:nvPr>
            <p:ph type="sldNum" sz="quarter" idx="4"/>
          </p:nvPr>
        </p:nvSpPr>
        <p:spPr/>
        <p:txBody>
          <a:bodyPr/>
          <a:lstStyle/>
          <a:p>
            <a:fld id="{08AB70BE-1769-45B8-85A6-0C837432C7E6}" type="slidenum">
              <a:rPr lang="en-US" smtClean="0"/>
              <a:pPr/>
              <a:t>6</a:t>
            </a:fld>
            <a:endParaRPr lang="en-US" dirty="0"/>
          </a:p>
        </p:txBody>
      </p:sp>
    </p:spTree>
    <p:extLst>
      <p:ext uri="{BB962C8B-B14F-4D97-AF65-F5344CB8AC3E}">
        <p14:creationId xmlns:p14="http://schemas.microsoft.com/office/powerpoint/2010/main" val="3617786394"/>
      </p:ext>
    </p:extLst>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7CBA5F4-F9FA-87FD-E8A0-D942EFAD57B6}"/>
            </a:ext>
          </a:extLst>
        </p:cNvPr>
        <p:cNvGrpSpPr/>
        <p:nvPr/>
      </p:nvGrpSpPr>
      <p:grpSpPr>
        <a:xfrm>
          <a:off x="0" y="0"/>
          <a:ext cx="0" cy="0"/>
          <a:chOff x="0" y="0"/>
          <a:chExt cx="0" cy="0"/>
        </a:xfrm>
      </p:grpSpPr>
      <p:sp>
        <p:nvSpPr>
          <p:cNvPr id="3" name="Title 2">
            <a:extLst>
              <a:ext uri="{FF2B5EF4-FFF2-40B4-BE49-F238E27FC236}">
                <a16:creationId xmlns:a16="http://schemas.microsoft.com/office/drawing/2014/main" id="{5694286D-8AB9-0380-484E-BDBCE54AF21C}"/>
              </a:ext>
            </a:extLst>
          </p:cNvPr>
          <p:cNvSpPr>
            <a:spLocks noGrp="1"/>
          </p:cNvSpPr>
          <p:nvPr>
            <p:ph type="title"/>
          </p:nvPr>
        </p:nvSpPr>
        <p:spPr>
          <a:xfrm>
            <a:off x="1381748" y="246183"/>
            <a:ext cx="10428540" cy="1821899"/>
          </a:xfrm>
        </p:spPr>
        <p:txBody>
          <a:bodyPr>
            <a:normAutofit fontScale="90000"/>
          </a:bodyPr>
          <a:lstStyle/>
          <a:p>
            <a:r>
              <a:rPr lang="en-US" b="1" dirty="0"/>
              <a:t>Justification for the Two Team-Selected Patterns</a:t>
            </a:r>
            <a:br>
              <a:rPr lang="en-US" b="1" dirty="0"/>
            </a:br>
            <a:br>
              <a:rPr lang="en-ZA" b="1" dirty="0"/>
            </a:br>
            <a:endParaRPr lang="en-US" dirty="0"/>
          </a:p>
        </p:txBody>
      </p:sp>
      <p:sp>
        <p:nvSpPr>
          <p:cNvPr id="4" name="Content Placeholder 3">
            <a:extLst>
              <a:ext uri="{FF2B5EF4-FFF2-40B4-BE49-F238E27FC236}">
                <a16:creationId xmlns:a16="http://schemas.microsoft.com/office/drawing/2014/main" id="{60D75F55-C643-D66D-23E2-E386CADD64A6}"/>
              </a:ext>
            </a:extLst>
          </p:cNvPr>
          <p:cNvSpPr>
            <a:spLocks noGrp="1"/>
          </p:cNvSpPr>
          <p:nvPr>
            <p:ph sz="quarter" idx="10"/>
          </p:nvPr>
        </p:nvSpPr>
        <p:spPr>
          <a:xfrm>
            <a:off x="1371599" y="1871529"/>
            <a:ext cx="9720841" cy="4111575"/>
          </a:xfrm>
        </p:spPr>
        <p:txBody>
          <a:bodyPr>
            <a:normAutofit fontScale="85000" lnSpcReduction="10000"/>
          </a:bodyPr>
          <a:lstStyle/>
          <a:p>
            <a:pPr marL="0" indent="0">
              <a:buNone/>
            </a:pPr>
            <a:r>
              <a:rPr lang="en-US" dirty="0"/>
              <a:t>State Pattern</a:t>
            </a:r>
          </a:p>
          <a:p>
            <a:r>
              <a:rPr lang="en-US" b="1" dirty="0"/>
              <a:t>Problem Solved:</a:t>
            </a:r>
            <a:r>
              <a:rPr lang="en-US" dirty="0"/>
              <a:t> The scenario requires registering incidents and dynamically changing their operational status over time. </a:t>
            </a:r>
            <a:r>
              <a:rPr lang="en-US" b="1" dirty="0"/>
              <a:t>Why it's better:</a:t>
            </a:r>
            <a:r>
              <a:rPr lang="en-US" dirty="0"/>
              <a:t> Without State, the </a:t>
            </a:r>
            <a:r>
              <a:rPr lang="en-US" dirty="0" err="1"/>
              <a:t>CommunicationService</a:t>
            </a:r>
            <a:r>
              <a:rPr lang="en-US" dirty="0"/>
              <a:t> would require massive conditional statements (e.g., switch or if/else) to check if the incident is in detection, response, or recovery mode before allowing specific actions. The State pattern encapsulates state-specific behavior, allowing the component's behavior to change cleanly at runtime based on the incident's current operational phase.</a:t>
            </a:r>
          </a:p>
          <a:p>
            <a:endParaRPr lang="en-US" dirty="0"/>
          </a:p>
          <a:p>
            <a:pPr marL="0" indent="0">
              <a:buNone/>
            </a:pPr>
            <a:r>
              <a:rPr lang="en-US" dirty="0"/>
              <a:t>Template Method</a:t>
            </a:r>
          </a:p>
          <a:p>
            <a:r>
              <a:rPr lang="en-US" b="1" dirty="0"/>
              <a:t>Problem Solved:</a:t>
            </a:r>
            <a:r>
              <a:rPr lang="en-US" dirty="0"/>
              <a:t> Different emergency response teams (e.g., Security, Medical, Facilities) have a shared overarching workflow for handling incidents, but the specific implementation details of assessing and attending the scene differ. </a:t>
            </a:r>
            <a:r>
              <a:rPr lang="en-US" b="1" dirty="0"/>
              <a:t>Why it's better:</a:t>
            </a:r>
            <a:r>
              <a:rPr lang="en-US" dirty="0"/>
              <a:t> Instead of having each response unit duplicate the workflow logic, the Template Method enforces a strict sequence of operations (</a:t>
            </a:r>
            <a:r>
              <a:rPr lang="en-US" dirty="0" err="1"/>
              <a:t>attendIncident</a:t>
            </a:r>
            <a:r>
              <a:rPr lang="en-US" dirty="0"/>
              <a:t>(), </a:t>
            </a:r>
            <a:r>
              <a:rPr lang="en-US" dirty="0" err="1"/>
              <a:t>leaveScene</a:t>
            </a:r>
            <a:r>
              <a:rPr lang="en-US" dirty="0"/>
              <a:t>()) in the base </a:t>
            </a:r>
            <a:r>
              <a:rPr lang="en-US" dirty="0" err="1"/>
              <a:t>CommunicationService</a:t>
            </a:r>
            <a:r>
              <a:rPr lang="en-US" dirty="0"/>
              <a:t> via the </a:t>
            </a:r>
            <a:r>
              <a:rPr lang="en-US" dirty="0" err="1"/>
              <a:t>triggerEvent</a:t>
            </a:r>
            <a:r>
              <a:rPr lang="en-US" dirty="0"/>
              <a:t>() method. Subclasses only override the specific steps, reducing code duplication and enforcing a standardized protocol.</a:t>
            </a:r>
          </a:p>
          <a:p>
            <a:endParaRPr lang="en-US" dirty="0"/>
          </a:p>
        </p:txBody>
      </p:sp>
      <p:sp>
        <p:nvSpPr>
          <p:cNvPr id="2" name="Slide Number Placeholder 1">
            <a:extLst>
              <a:ext uri="{FF2B5EF4-FFF2-40B4-BE49-F238E27FC236}">
                <a16:creationId xmlns:a16="http://schemas.microsoft.com/office/drawing/2014/main" id="{83AC5B87-C1B4-3713-1F0C-A43811A0D8DA}"/>
              </a:ext>
            </a:extLst>
          </p:cNvPr>
          <p:cNvSpPr>
            <a:spLocks noGrp="1"/>
          </p:cNvSpPr>
          <p:nvPr>
            <p:ph type="sldNum" sz="quarter" idx="4"/>
          </p:nvPr>
        </p:nvSpPr>
        <p:spPr/>
        <p:txBody>
          <a:bodyPr/>
          <a:lstStyle/>
          <a:p>
            <a:fld id="{08AB70BE-1769-45B8-85A6-0C837432C7E6}" type="slidenum">
              <a:rPr lang="en-US" smtClean="0"/>
              <a:pPr/>
              <a:t>7</a:t>
            </a:fld>
            <a:endParaRPr lang="en-US" dirty="0"/>
          </a:p>
        </p:txBody>
      </p:sp>
    </p:spTree>
    <p:extLst>
      <p:ext uri="{BB962C8B-B14F-4D97-AF65-F5344CB8AC3E}">
        <p14:creationId xmlns:p14="http://schemas.microsoft.com/office/powerpoint/2010/main" val="887405506"/>
      </p:ext>
    </p:extLst>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9BC45AF8-3B31-995E-1CAD-C75BD6CCDADC}"/>
              </a:ext>
            </a:extLst>
          </p:cNvPr>
          <p:cNvSpPr>
            <a:spLocks noGrp="1"/>
          </p:cNvSpPr>
          <p:nvPr>
            <p:ph type="title"/>
          </p:nvPr>
        </p:nvSpPr>
        <p:spPr/>
        <p:txBody>
          <a:bodyPr/>
          <a:lstStyle/>
          <a:p>
            <a:r>
              <a:rPr lang="en-ZA" b="1" dirty="0"/>
              <a:t>Behavioural Diagrams</a:t>
            </a:r>
            <a:br>
              <a:rPr lang="en-ZA" b="1" dirty="0"/>
            </a:br>
            <a:endParaRPr lang="en-ZA" dirty="0"/>
          </a:p>
        </p:txBody>
      </p:sp>
      <p:sp>
        <p:nvSpPr>
          <p:cNvPr id="3" name="Content Placeholder 2">
            <a:extLst>
              <a:ext uri="{FF2B5EF4-FFF2-40B4-BE49-F238E27FC236}">
                <a16:creationId xmlns:a16="http://schemas.microsoft.com/office/drawing/2014/main" id="{DA35AE32-61E9-0333-B11E-EA46D9A785B9}"/>
              </a:ext>
            </a:extLst>
          </p:cNvPr>
          <p:cNvSpPr>
            <a:spLocks noGrp="1"/>
          </p:cNvSpPr>
          <p:nvPr>
            <p:ph sz="quarter" idx="10"/>
          </p:nvPr>
        </p:nvSpPr>
        <p:spPr/>
        <p:txBody>
          <a:bodyPr/>
          <a:lstStyle/>
          <a:p>
            <a:endParaRPr lang="en-ZA" dirty="0"/>
          </a:p>
        </p:txBody>
      </p:sp>
      <p:sp>
        <p:nvSpPr>
          <p:cNvPr id="4" name="Slide Number Placeholder 3">
            <a:extLst>
              <a:ext uri="{FF2B5EF4-FFF2-40B4-BE49-F238E27FC236}">
                <a16:creationId xmlns:a16="http://schemas.microsoft.com/office/drawing/2014/main" id="{E10E1063-2E92-4FF6-A39B-E6DE4584D4AD}"/>
              </a:ext>
            </a:extLst>
          </p:cNvPr>
          <p:cNvSpPr>
            <a:spLocks noGrp="1"/>
          </p:cNvSpPr>
          <p:nvPr>
            <p:ph type="sldNum" sz="quarter" idx="4"/>
          </p:nvPr>
        </p:nvSpPr>
        <p:spPr/>
        <p:txBody>
          <a:bodyPr/>
          <a:lstStyle/>
          <a:p>
            <a:fld id="{08AB70BE-1769-45B8-85A6-0C837432C7E6}" type="slidenum">
              <a:rPr lang="en-US" smtClean="0"/>
              <a:pPr/>
              <a:t>8</a:t>
            </a:fld>
            <a:endParaRPr lang="en-US" dirty="0"/>
          </a:p>
        </p:txBody>
      </p:sp>
    </p:spTree>
    <p:extLst>
      <p:ext uri="{BB962C8B-B14F-4D97-AF65-F5344CB8AC3E}">
        <p14:creationId xmlns:p14="http://schemas.microsoft.com/office/powerpoint/2010/main" val="2009805868"/>
      </p:ext>
    </p:extLst>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553E0C83-CF06-E9F1-4888-C630A0F20337}"/>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26A139B3-FE13-BA5C-7C6B-B34C01E4450A}"/>
              </a:ext>
            </a:extLst>
          </p:cNvPr>
          <p:cNvSpPr>
            <a:spLocks noGrp="1"/>
          </p:cNvSpPr>
          <p:nvPr>
            <p:ph type="title"/>
          </p:nvPr>
        </p:nvSpPr>
        <p:spPr/>
        <p:txBody>
          <a:bodyPr/>
          <a:lstStyle/>
          <a:p>
            <a:r>
              <a:rPr lang="en-ZA" b="1" dirty="0"/>
              <a:t>Behavioural Diagrams</a:t>
            </a:r>
            <a:br>
              <a:rPr lang="en-ZA" b="1" dirty="0"/>
            </a:br>
            <a:endParaRPr lang="en-ZA" dirty="0"/>
          </a:p>
        </p:txBody>
      </p:sp>
      <p:sp>
        <p:nvSpPr>
          <p:cNvPr id="3" name="Content Placeholder 2">
            <a:extLst>
              <a:ext uri="{FF2B5EF4-FFF2-40B4-BE49-F238E27FC236}">
                <a16:creationId xmlns:a16="http://schemas.microsoft.com/office/drawing/2014/main" id="{F16E0D52-38CE-08A2-BF70-9AF9114D432E}"/>
              </a:ext>
            </a:extLst>
          </p:cNvPr>
          <p:cNvSpPr>
            <a:spLocks noGrp="1"/>
          </p:cNvSpPr>
          <p:nvPr>
            <p:ph sz="quarter" idx="10"/>
          </p:nvPr>
        </p:nvSpPr>
        <p:spPr/>
        <p:txBody>
          <a:bodyPr/>
          <a:lstStyle/>
          <a:p>
            <a:endParaRPr lang="en-ZA" dirty="0"/>
          </a:p>
        </p:txBody>
      </p:sp>
      <p:sp>
        <p:nvSpPr>
          <p:cNvPr id="4" name="Slide Number Placeholder 3">
            <a:extLst>
              <a:ext uri="{FF2B5EF4-FFF2-40B4-BE49-F238E27FC236}">
                <a16:creationId xmlns:a16="http://schemas.microsoft.com/office/drawing/2014/main" id="{BD50DA59-E580-7BD3-0F9C-596CDCBB6F2C}"/>
              </a:ext>
            </a:extLst>
          </p:cNvPr>
          <p:cNvSpPr>
            <a:spLocks noGrp="1"/>
          </p:cNvSpPr>
          <p:nvPr>
            <p:ph type="sldNum" sz="quarter" idx="4"/>
          </p:nvPr>
        </p:nvSpPr>
        <p:spPr/>
        <p:txBody>
          <a:bodyPr/>
          <a:lstStyle/>
          <a:p>
            <a:fld id="{08AB70BE-1769-45B8-85A6-0C837432C7E6}" type="slidenum">
              <a:rPr lang="en-US" smtClean="0"/>
              <a:pPr/>
              <a:t>9</a:t>
            </a:fld>
            <a:endParaRPr lang="en-US" dirty="0"/>
          </a:p>
        </p:txBody>
      </p:sp>
    </p:spTree>
    <p:extLst>
      <p:ext uri="{BB962C8B-B14F-4D97-AF65-F5344CB8AC3E}">
        <p14:creationId xmlns:p14="http://schemas.microsoft.com/office/powerpoint/2010/main" val="3934877445"/>
      </p:ext>
    </p:extLst>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A101E18-5B2E-7173-770A-3DB6256509DA}"/>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7D27D439-A566-9A63-BE0E-BC45346738A0}"/>
              </a:ext>
            </a:extLst>
          </p:cNvPr>
          <p:cNvSpPr>
            <a:spLocks noGrp="1"/>
          </p:cNvSpPr>
          <p:nvPr>
            <p:ph type="title"/>
          </p:nvPr>
        </p:nvSpPr>
        <p:spPr/>
        <p:txBody>
          <a:bodyPr/>
          <a:lstStyle/>
          <a:p>
            <a:r>
              <a:rPr lang="en-ZA" b="1" dirty="0"/>
              <a:t>Behavioural Diagrams</a:t>
            </a:r>
            <a:br>
              <a:rPr lang="en-ZA" b="1" dirty="0"/>
            </a:br>
            <a:endParaRPr lang="en-ZA" dirty="0"/>
          </a:p>
        </p:txBody>
      </p:sp>
      <p:sp>
        <p:nvSpPr>
          <p:cNvPr id="3" name="Content Placeholder 2">
            <a:extLst>
              <a:ext uri="{FF2B5EF4-FFF2-40B4-BE49-F238E27FC236}">
                <a16:creationId xmlns:a16="http://schemas.microsoft.com/office/drawing/2014/main" id="{89CA08C1-5B58-2742-1CD1-C3538FC4E9D6}"/>
              </a:ext>
            </a:extLst>
          </p:cNvPr>
          <p:cNvSpPr>
            <a:spLocks noGrp="1"/>
          </p:cNvSpPr>
          <p:nvPr>
            <p:ph sz="quarter" idx="10"/>
          </p:nvPr>
        </p:nvSpPr>
        <p:spPr/>
        <p:txBody>
          <a:bodyPr/>
          <a:lstStyle/>
          <a:p>
            <a:endParaRPr lang="en-ZA" dirty="0"/>
          </a:p>
        </p:txBody>
      </p:sp>
      <p:sp>
        <p:nvSpPr>
          <p:cNvPr id="4" name="Slide Number Placeholder 3">
            <a:extLst>
              <a:ext uri="{FF2B5EF4-FFF2-40B4-BE49-F238E27FC236}">
                <a16:creationId xmlns:a16="http://schemas.microsoft.com/office/drawing/2014/main" id="{0AB7417E-DF33-06FB-E7D5-5EC02B9D8F65}"/>
              </a:ext>
            </a:extLst>
          </p:cNvPr>
          <p:cNvSpPr>
            <a:spLocks noGrp="1"/>
          </p:cNvSpPr>
          <p:nvPr>
            <p:ph type="sldNum" sz="quarter" idx="4"/>
          </p:nvPr>
        </p:nvSpPr>
        <p:spPr/>
        <p:txBody>
          <a:bodyPr/>
          <a:lstStyle/>
          <a:p>
            <a:fld id="{08AB70BE-1769-45B8-85A6-0C837432C7E6}" type="slidenum">
              <a:rPr lang="en-US" smtClean="0"/>
              <a:pPr/>
              <a:t>10</a:t>
            </a:fld>
            <a:endParaRPr lang="en-US" dirty="0"/>
          </a:p>
        </p:txBody>
      </p:sp>
    </p:spTree>
    <p:extLst>
      <p:ext uri="{BB962C8B-B14F-4D97-AF65-F5344CB8AC3E}">
        <p14:creationId xmlns:p14="http://schemas.microsoft.com/office/powerpoint/2010/main" val="1073742890"/>
      </p:ext>
    </p:extLst>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DED8E9B-B306-A80E-7112-70A308B387A0}"/>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535634C4-1142-DACB-9E3C-E0F6CCF1EAC5}"/>
              </a:ext>
            </a:extLst>
          </p:cNvPr>
          <p:cNvSpPr>
            <a:spLocks noGrp="1"/>
          </p:cNvSpPr>
          <p:nvPr>
            <p:ph type="title"/>
          </p:nvPr>
        </p:nvSpPr>
        <p:spPr/>
        <p:txBody>
          <a:bodyPr/>
          <a:lstStyle/>
          <a:p>
            <a:r>
              <a:rPr lang="en-ZA" b="1" dirty="0"/>
              <a:t>Design and Ownership Rationale</a:t>
            </a:r>
            <a:br>
              <a:rPr lang="en-ZA" b="1" dirty="0"/>
            </a:br>
            <a:br>
              <a:rPr lang="en-ZA" b="1" dirty="0"/>
            </a:br>
            <a:endParaRPr lang="en-ZA" dirty="0"/>
          </a:p>
        </p:txBody>
      </p:sp>
      <p:sp>
        <p:nvSpPr>
          <p:cNvPr id="3" name="Content Placeholder 2">
            <a:extLst>
              <a:ext uri="{FF2B5EF4-FFF2-40B4-BE49-F238E27FC236}">
                <a16:creationId xmlns:a16="http://schemas.microsoft.com/office/drawing/2014/main" id="{0499B24F-B474-4A9D-439C-CF4D22B23C10}"/>
              </a:ext>
            </a:extLst>
          </p:cNvPr>
          <p:cNvSpPr>
            <a:spLocks noGrp="1"/>
          </p:cNvSpPr>
          <p:nvPr>
            <p:ph sz="quarter" idx="10"/>
          </p:nvPr>
        </p:nvSpPr>
        <p:spPr>
          <a:xfrm>
            <a:off x="1371600" y="2274033"/>
            <a:ext cx="9772116" cy="3709071"/>
          </a:xfrm>
        </p:spPr>
        <p:txBody>
          <a:bodyPr>
            <a:normAutofit fontScale="92500" lnSpcReduction="20000"/>
          </a:bodyPr>
          <a:lstStyle/>
          <a:p>
            <a:r>
              <a:rPr lang="en-US" b="1" dirty="0"/>
              <a:t>Decoupling via Mediator:</a:t>
            </a:r>
            <a:r>
              <a:rPr lang="en-US" dirty="0"/>
              <a:t> Direct dependencies between response units are eliminated by forcing all cross-component communication through the </a:t>
            </a:r>
            <a:r>
              <a:rPr lang="en-US" dirty="0" err="1"/>
              <a:t>ConcreteEmergencyCoordinator</a:t>
            </a:r>
            <a:r>
              <a:rPr lang="en-US" dirty="0"/>
              <a:t>.</a:t>
            </a:r>
          </a:p>
          <a:p>
            <a:endParaRPr lang="en-US" dirty="0"/>
          </a:p>
          <a:p>
            <a:r>
              <a:rPr lang="en-US" b="1" dirty="0"/>
              <a:t>Command Encapsulation:</a:t>
            </a:r>
            <a:r>
              <a:rPr lang="en-US" dirty="0"/>
              <a:t> Actions are decoupled from execution. The </a:t>
            </a:r>
            <a:r>
              <a:rPr lang="en-US" dirty="0" err="1"/>
              <a:t>OperatorConsole</a:t>
            </a:r>
            <a:r>
              <a:rPr lang="en-US" dirty="0"/>
              <a:t> dynamically manages a history of commands, making undo() operations trivial without needing to know the specifics of the </a:t>
            </a:r>
            <a:r>
              <a:rPr lang="en-US" dirty="0" err="1"/>
              <a:t>ResponseComponent</a:t>
            </a:r>
            <a:r>
              <a:rPr lang="en-US" dirty="0"/>
              <a:t>.</a:t>
            </a:r>
          </a:p>
          <a:p>
            <a:endParaRPr lang="en-US" dirty="0"/>
          </a:p>
          <a:p>
            <a:r>
              <a:rPr lang="en-US" b="1" dirty="0"/>
              <a:t>Memory Management &amp; Ownership:</a:t>
            </a:r>
            <a:r>
              <a:rPr lang="en-US" dirty="0"/>
              <a:t> All polymorphic base classes define virtual destructors to prevent resource leaks during deletion. The Mediator maintains non-owning pointers to Colleagues, while the </a:t>
            </a:r>
            <a:r>
              <a:rPr lang="en-US" dirty="0" err="1"/>
              <a:t>OperatorConsole</a:t>
            </a:r>
            <a:r>
              <a:rPr lang="en-US" dirty="0"/>
              <a:t> owns the Command objects dynamically allocated to its history list. std::</a:t>
            </a:r>
            <a:r>
              <a:rPr lang="en-US" dirty="0" err="1"/>
              <a:t>unique_ptr</a:t>
            </a:r>
            <a:r>
              <a:rPr lang="en-US" dirty="0"/>
              <a:t> is utilized to strictly own the Stages (State pattern) within the </a:t>
            </a:r>
            <a:r>
              <a:rPr lang="en-US" dirty="0" err="1"/>
              <a:t>CommunicationService</a:t>
            </a:r>
            <a:r>
              <a:rPr lang="en-US" dirty="0"/>
              <a:t>, ensuring clean and deterministic memory cleanup.</a:t>
            </a:r>
          </a:p>
          <a:p>
            <a:endParaRPr lang="en-ZA" dirty="0"/>
          </a:p>
        </p:txBody>
      </p:sp>
      <p:sp>
        <p:nvSpPr>
          <p:cNvPr id="4" name="Slide Number Placeholder 3">
            <a:extLst>
              <a:ext uri="{FF2B5EF4-FFF2-40B4-BE49-F238E27FC236}">
                <a16:creationId xmlns:a16="http://schemas.microsoft.com/office/drawing/2014/main" id="{DF7564D5-60BD-234F-8A3C-5A66F377FF60}"/>
              </a:ext>
            </a:extLst>
          </p:cNvPr>
          <p:cNvSpPr>
            <a:spLocks noGrp="1"/>
          </p:cNvSpPr>
          <p:nvPr>
            <p:ph type="sldNum" sz="quarter" idx="4"/>
          </p:nvPr>
        </p:nvSpPr>
        <p:spPr/>
        <p:txBody>
          <a:bodyPr/>
          <a:lstStyle/>
          <a:p>
            <a:fld id="{08AB70BE-1769-45B8-85A6-0C837432C7E6}" type="slidenum">
              <a:rPr lang="en-US" smtClean="0"/>
              <a:pPr/>
              <a:t>11</a:t>
            </a:fld>
            <a:endParaRPr lang="en-US" dirty="0"/>
          </a:p>
        </p:txBody>
      </p:sp>
    </p:spTree>
    <p:extLst>
      <p:ext uri="{BB962C8B-B14F-4D97-AF65-F5344CB8AC3E}">
        <p14:creationId xmlns:p14="http://schemas.microsoft.com/office/powerpoint/2010/main" val="840781338"/>
      </p:ext>
    </p:extLst>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16CB7800-8307-D823-3E1F-5A2769AFD5F1}"/>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056F64E8-F4F4-2E0C-F5B1-C18B078B0A53}"/>
              </a:ext>
            </a:extLst>
          </p:cNvPr>
          <p:cNvSpPr>
            <a:spLocks noGrp="1"/>
          </p:cNvSpPr>
          <p:nvPr>
            <p:ph type="title"/>
          </p:nvPr>
        </p:nvSpPr>
        <p:spPr/>
        <p:txBody>
          <a:bodyPr>
            <a:normAutofit fontScale="90000"/>
          </a:bodyPr>
          <a:lstStyle/>
          <a:p>
            <a:r>
              <a:rPr lang="en-US" b="1" dirty="0"/>
              <a:t>GDB Investigation</a:t>
            </a:r>
            <a:br>
              <a:rPr lang="en-US" b="1" dirty="0"/>
            </a:br>
            <a:br>
              <a:rPr lang="en-ZA" b="1" dirty="0"/>
            </a:br>
            <a:br>
              <a:rPr lang="en-ZA" b="1" dirty="0"/>
            </a:br>
            <a:endParaRPr lang="en-ZA" dirty="0"/>
          </a:p>
        </p:txBody>
      </p:sp>
      <p:pic>
        <p:nvPicPr>
          <p:cNvPr id="14" name="Content Placeholder 13">
            <a:extLst>
              <a:ext uri="{FF2B5EF4-FFF2-40B4-BE49-F238E27FC236}">
                <a16:creationId xmlns:a16="http://schemas.microsoft.com/office/drawing/2014/main" id="{00681F66-D591-9992-B835-5243AD3BDC22}"/>
              </a:ext>
            </a:extLst>
          </p:cNvPr>
          <p:cNvPicPr>
            <a:picLocks noGrp="1" noChangeAspect="1"/>
          </p:cNvPicPr>
          <p:nvPr>
            <p:ph sz="quarter" idx="10"/>
          </p:nvPr>
        </p:nvPicPr>
        <p:blipFill>
          <a:blip r:embed="rId2"/>
          <a:stretch>
            <a:fillRect/>
          </a:stretch>
        </p:blipFill>
        <p:spPr>
          <a:xfrm>
            <a:off x="1381748" y="1701292"/>
            <a:ext cx="3949903" cy="3429175"/>
          </a:xfrm>
          <a:prstGeom prst="rect">
            <a:avLst/>
          </a:prstGeom>
        </p:spPr>
      </p:pic>
      <p:sp>
        <p:nvSpPr>
          <p:cNvPr id="4" name="Slide Number Placeholder 3">
            <a:extLst>
              <a:ext uri="{FF2B5EF4-FFF2-40B4-BE49-F238E27FC236}">
                <a16:creationId xmlns:a16="http://schemas.microsoft.com/office/drawing/2014/main" id="{656DC7B9-D879-6F34-FE98-5062C083C513}"/>
              </a:ext>
            </a:extLst>
          </p:cNvPr>
          <p:cNvSpPr>
            <a:spLocks noGrp="1"/>
          </p:cNvSpPr>
          <p:nvPr>
            <p:ph type="sldNum" sz="quarter" idx="4"/>
          </p:nvPr>
        </p:nvSpPr>
        <p:spPr/>
        <p:txBody>
          <a:bodyPr/>
          <a:lstStyle/>
          <a:p>
            <a:fld id="{08AB70BE-1769-45B8-85A6-0C837432C7E6}" type="slidenum">
              <a:rPr lang="en-US" smtClean="0"/>
              <a:pPr/>
              <a:t>12</a:t>
            </a:fld>
            <a:endParaRPr lang="en-US" dirty="0"/>
          </a:p>
        </p:txBody>
      </p:sp>
      <p:pic>
        <p:nvPicPr>
          <p:cNvPr id="16" name="Picture 15">
            <a:extLst>
              <a:ext uri="{FF2B5EF4-FFF2-40B4-BE49-F238E27FC236}">
                <a16:creationId xmlns:a16="http://schemas.microsoft.com/office/drawing/2014/main" id="{66BDFFC3-6A1D-70BB-992F-AC82059D708F}"/>
              </a:ext>
            </a:extLst>
          </p:cNvPr>
          <p:cNvPicPr>
            <a:picLocks noChangeAspect="1"/>
          </p:cNvPicPr>
          <p:nvPr/>
        </p:nvPicPr>
        <p:blipFill>
          <a:blip r:embed="rId3"/>
          <a:stretch>
            <a:fillRect/>
          </a:stretch>
        </p:blipFill>
        <p:spPr>
          <a:xfrm>
            <a:off x="5665063" y="1701293"/>
            <a:ext cx="4502381" cy="3429176"/>
          </a:xfrm>
          <a:prstGeom prst="rect">
            <a:avLst/>
          </a:prstGeom>
        </p:spPr>
      </p:pic>
    </p:spTree>
    <p:extLst>
      <p:ext uri="{BB962C8B-B14F-4D97-AF65-F5344CB8AC3E}">
        <p14:creationId xmlns:p14="http://schemas.microsoft.com/office/powerpoint/2010/main" val="1250662994"/>
      </p:ext>
    </p:extLst>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B6493DBF-DBC7-6E68-7263-9D18F96BC5AB}"/>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DE238E66-BFE1-85FE-75DC-6F3DAC28AAF8}"/>
              </a:ext>
            </a:extLst>
          </p:cNvPr>
          <p:cNvSpPr>
            <a:spLocks noGrp="1"/>
          </p:cNvSpPr>
          <p:nvPr>
            <p:ph type="title"/>
          </p:nvPr>
        </p:nvSpPr>
        <p:spPr/>
        <p:txBody>
          <a:bodyPr>
            <a:normAutofit fontScale="90000"/>
          </a:bodyPr>
          <a:lstStyle/>
          <a:p>
            <a:r>
              <a:rPr lang="en-US" b="1" dirty="0"/>
              <a:t>GDB Investigation</a:t>
            </a:r>
            <a:br>
              <a:rPr lang="en-US" b="1" dirty="0"/>
            </a:br>
            <a:br>
              <a:rPr lang="en-ZA" b="1" dirty="0"/>
            </a:br>
            <a:br>
              <a:rPr lang="en-ZA" b="1" dirty="0"/>
            </a:br>
            <a:endParaRPr lang="en-ZA" dirty="0"/>
          </a:p>
        </p:txBody>
      </p:sp>
      <p:pic>
        <p:nvPicPr>
          <p:cNvPr id="14" name="Content Placeholder 13">
            <a:extLst>
              <a:ext uri="{FF2B5EF4-FFF2-40B4-BE49-F238E27FC236}">
                <a16:creationId xmlns:a16="http://schemas.microsoft.com/office/drawing/2014/main" id="{EB74D0EC-AFC3-6694-6F9F-CF3A570953F6}"/>
              </a:ext>
            </a:extLst>
          </p:cNvPr>
          <p:cNvPicPr>
            <a:picLocks noGrp="1" noChangeAspect="1"/>
          </p:cNvPicPr>
          <p:nvPr>
            <p:ph sz="quarter" idx="10"/>
          </p:nvPr>
        </p:nvPicPr>
        <p:blipFill>
          <a:blip r:embed="rId2"/>
          <a:srcRect/>
          <a:stretch/>
        </p:blipFill>
        <p:spPr>
          <a:xfrm>
            <a:off x="1381748" y="1701292"/>
            <a:ext cx="3949903" cy="3429175"/>
          </a:xfrm>
          <a:prstGeom prst="rect">
            <a:avLst/>
          </a:prstGeom>
        </p:spPr>
      </p:pic>
      <p:sp>
        <p:nvSpPr>
          <p:cNvPr id="4" name="Slide Number Placeholder 3">
            <a:extLst>
              <a:ext uri="{FF2B5EF4-FFF2-40B4-BE49-F238E27FC236}">
                <a16:creationId xmlns:a16="http://schemas.microsoft.com/office/drawing/2014/main" id="{4BE28867-AF3C-9AB4-6CFB-FD4DC5D46B31}"/>
              </a:ext>
            </a:extLst>
          </p:cNvPr>
          <p:cNvSpPr>
            <a:spLocks noGrp="1"/>
          </p:cNvSpPr>
          <p:nvPr>
            <p:ph type="sldNum" sz="quarter" idx="4"/>
          </p:nvPr>
        </p:nvSpPr>
        <p:spPr/>
        <p:txBody>
          <a:bodyPr/>
          <a:lstStyle/>
          <a:p>
            <a:fld id="{08AB70BE-1769-45B8-85A6-0C837432C7E6}" type="slidenum">
              <a:rPr lang="en-US" smtClean="0"/>
              <a:pPr/>
              <a:t>13</a:t>
            </a:fld>
            <a:endParaRPr lang="en-US" dirty="0"/>
          </a:p>
        </p:txBody>
      </p:sp>
      <p:pic>
        <p:nvPicPr>
          <p:cNvPr id="16" name="Picture 15">
            <a:extLst>
              <a:ext uri="{FF2B5EF4-FFF2-40B4-BE49-F238E27FC236}">
                <a16:creationId xmlns:a16="http://schemas.microsoft.com/office/drawing/2014/main" id="{C4277EF0-C482-5269-61E4-F9969054F98E}"/>
              </a:ext>
            </a:extLst>
          </p:cNvPr>
          <p:cNvPicPr>
            <a:picLocks noChangeAspect="1"/>
          </p:cNvPicPr>
          <p:nvPr/>
        </p:nvPicPr>
        <p:blipFill>
          <a:blip r:embed="rId3"/>
          <a:srcRect/>
          <a:stretch/>
        </p:blipFill>
        <p:spPr>
          <a:xfrm>
            <a:off x="6148773" y="1701293"/>
            <a:ext cx="3534960" cy="3429176"/>
          </a:xfrm>
          <a:prstGeom prst="rect">
            <a:avLst/>
          </a:prstGeom>
        </p:spPr>
      </p:pic>
    </p:spTree>
    <p:extLst>
      <p:ext uri="{BB962C8B-B14F-4D97-AF65-F5344CB8AC3E}">
        <p14:creationId xmlns:p14="http://schemas.microsoft.com/office/powerpoint/2010/main" val="3795932134"/>
      </p:ext>
    </p:extLst>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C3FB697A-C7EB-A25E-AC76-F13B1FF3A7D0}"/>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96D6754E-4587-10EE-0B6E-F5ECD39473F8}"/>
              </a:ext>
            </a:extLst>
          </p:cNvPr>
          <p:cNvSpPr>
            <a:spLocks noGrp="1"/>
          </p:cNvSpPr>
          <p:nvPr>
            <p:ph type="title"/>
          </p:nvPr>
        </p:nvSpPr>
        <p:spPr/>
        <p:txBody>
          <a:bodyPr>
            <a:normAutofit fontScale="90000"/>
          </a:bodyPr>
          <a:lstStyle/>
          <a:p>
            <a:r>
              <a:rPr lang="en-ZA" b="1" dirty="0" err="1"/>
              <a:t>Valgrind</a:t>
            </a:r>
            <a:r>
              <a:rPr lang="en-ZA" b="1" dirty="0"/>
              <a:t> Evidence</a:t>
            </a:r>
            <a:br>
              <a:rPr lang="en-ZA" b="1" dirty="0"/>
            </a:br>
            <a:br>
              <a:rPr lang="en-US" dirty="0"/>
            </a:br>
            <a:r>
              <a:rPr lang="en-US" dirty="0"/>
              <a:t>         Before                 vs               After</a:t>
            </a:r>
            <a:br>
              <a:rPr lang="en-ZA" dirty="0"/>
            </a:br>
            <a:br>
              <a:rPr lang="en-ZA" b="1" dirty="0"/>
            </a:br>
            <a:endParaRPr lang="en-ZA" dirty="0"/>
          </a:p>
        </p:txBody>
      </p:sp>
      <p:pic>
        <p:nvPicPr>
          <p:cNvPr id="14" name="Content Placeholder 13">
            <a:extLst>
              <a:ext uri="{FF2B5EF4-FFF2-40B4-BE49-F238E27FC236}">
                <a16:creationId xmlns:a16="http://schemas.microsoft.com/office/drawing/2014/main" id="{D1ACAE31-18B1-4FE5-D53C-5030AF30FD5A}"/>
              </a:ext>
            </a:extLst>
          </p:cNvPr>
          <p:cNvPicPr>
            <a:picLocks noGrp="1" noChangeAspect="1"/>
          </p:cNvPicPr>
          <p:nvPr>
            <p:ph sz="quarter" idx="10"/>
          </p:nvPr>
        </p:nvPicPr>
        <p:blipFill>
          <a:blip r:embed="rId2"/>
          <a:srcRect/>
          <a:stretch/>
        </p:blipFill>
        <p:spPr>
          <a:xfrm>
            <a:off x="1381748" y="1701292"/>
            <a:ext cx="3949903" cy="3429175"/>
          </a:xfrm>
          <a:prstGeom prst="rect">
            <a:avLst/>
          </a:prstGeom>
        </p:spPr>
      </p:pic>
      <p:sp>
        <p:nvSpPr>
          <p:cNvPr id="4" name="Slide Number Placeholder 3">
            <a:extLst>
              <a:ext uri="{FF2B5EF4-FFF2-40B4-BE49-F238E27FC236}">
                <a16:creationId xmlns:a16="http://schemas.microsoft.com/office/drawing/2014/main" id="{F9252913-221A-F2BF-6FAE-55A7991B53CD}"/>
              </a:ext>
            </a:extLst>
          </p:cNvPr>
          <p:cNvSpPr>
            <a:spLocks noGrp="1"/>
          </p:cNvSpPr>
          <p:nvPr>
            <p:ph type="sldNum" sz="quarter" idx="4"/>
          </p:nvPr>
        </p:nvSpPr>
        <p:spPr/>
        <p:txBody>
          <a:bodyPr/>
          <a:lstStyle/>
          <a:p>
            <a:fld id="{08AB70BE-1769-45B8-85A6-0C837432C7E6}" type="slidenum">
              <a:rPr lang="en-US" smtClean="0"/>
              <a:pPr/>
              <a:t>14</a:t>
            </a:fld>
            <a:endParaRPr lang="en-US" dirty="0"/>
          </a:p>
        </p:txBody>
      </p:sp>
      <p:pic>
        <p:nvPicPr>
          <p:cNvPr id="16" name="Picture 15">
            <a:extLst>
              <a:ext uri="{FF2B5EF4-FFF2-40B4-BE49-F238E27FC236}">
                <a16:creationId xmlns:a16="http://schemas.microsoft.com/office/drawing/2014/main" id="{469E3293-EE43-F271-1C20-BE9774939146}"/>
              </a:ext>
            </a:extLst>
          </p:cNvPr>
          <p:cNvPicPr>
            <a:picLocks noChangeAspect="1"/>
          </p:cNvPicPr>
          <p:nvPr/>
        </p:nvPicPr>
        <p:blipFill>
          <a:blip r:embed="rId3"/>
          <a:srcRect/>
          <a:stretch/>
        </p:blipFill>
        <p:spPr>
          <a:xfrm>
            <a:off x="6148773" y="1701292"/>
            <a:ext cx="3534960" cy="3429175"/>
          </a:xfrm>
          <a:prstGeom prst="rect">
            <a:avLst/>
          </a:prstGeom>
        </p:spPr>
      </p:pic>
    </p:spTree>
    <p:extLst>
      <p:ext uri="{BB962C8B-B14F-4D97-AF65-F5344CB8AC3E}">
        <p14:creationId xmlns:p14="http://schemas.microsoft.com/office/powerpoint/2010/main" val="1096573476"/>
      </p:ext>
    </p:extLst>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972B1C5F-0390-93E5-C983-939273BE5C01}"/>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F86F3585-51D6-9001-B0B3-B8020AD1431E}"/>
              </a:ext>
            </a:extLst>
          </p:cNvPr>
          <p:cNvSpPr>
            <a:spLocks noGrp="1"/>
          </p:cNvSpPr>
          <p:nvPr>
            <p:ph type="title"/>
          </p:nvPr>
        </p:nvSpPr>
        <p:spPr>
          <a:xfrm>
            <a:off x="1333500" y="810206"/>
            <a:ext cx="9525000" cy="471664"/>
          </a:xfrm>
        </p:spPr>
        <p:txBody>
          <a:bodyPr>
            <a:normAutofit fontScale="90000"/>
          </a:bodyPr>
          <a:lstStyle/>
          <a:p>
            <a:r>
              <a:rPr lang="en-ZA" b="1" dirty="0"/>
              <a:t>Docker and Execution Instructions</a:t>
            </a:r>
            <a:br>
              <a:rPr lang="en-ZA" b="1" dirty="0"/>
            </a:br>
            <a:br>
              <a:rPr lang="en-ZA" b="1" dirty="0"/>
            </a:br>
            <a:br>
              <a:rPr lang="en-ZA" b="1" dirty="0"/>
            </a:br>
            <a:endParaRPr lang="en-ZA" dirty="0"/>
          </a:p>
        </p:txBody>
      </p:sp>
      <p:sp>
        <p:nvSpPr>
          <p:cNvPr id="3" name="Content Placeholder 2">
            <a:extLst>
              <a:ext uri="{FF2B5EF4-FFF2-40B4-BE49-F238E27FC236}">
                <a16:creationId xmlns:a16="http://schemas.microsoft.com/office/drawing/2014/main" id="{D9ADE887-68D7-C256-EC04-81A9F0C5CF5B}"/>
              </a:ext>
            </a:extLst>
          </p:cNvPr>
          <p:cNvSpPr>
            <a:spLocks noGrp="1"/>
          </p:cNvSpPr>
          <p:nvPr>
            <p:ph sz="quarter" idx="10"/>
          </p:nvPr>
        </p:nvSpPr>
        <p:spPr>
          <a:xfrm>
            <a:off x="1333499" y="1368179"/>
            <a:ext cx="10032408" cy="4895888"/>
          </a:xfrm>
        </p:spPr>
        <p:txBody>
          <a:bodyPr>
            <a:normAutofit fontScale="32500" lnSpcReduction="20000"/>
          </a:bodyPr>
          <a:lstStyle/>
          <a:p>
            <a:pPr marL="0" indent="0">
              <a:buNone/>
            </a:pPr>
            <a:r>
              <a:rPr lang="en-ZA" sz="3700" b="1" dirty="0" err="1"/>
              <a:t>Dockerfile</a:t>
            </a:r>
            <a:endParaRPr lang="en-ZA" sz="3700" b="1" dirty="0"/>
          </a:p>
          <a:p>
            <a:pPr marL="0" indent="0">
              <a:buNone/>
            </a:pPr>
            <a:r>
              <a:rPr lang="en-US" sz="3700" dirty="0"/>
              <a:t>FROM gcc:11</a:t>
            </a:r>
          </a:p>
          <a:p>
            <a:pPr marL="0" indent="0">
              <a:buNone/>
            </a:pPr>
            <a:r>
              <a:rPr lang="en-US" sz="3700" dirty="0"/>
              <a:t>WORKDIR /app</a:t>
            </a:r>
          </a:p>
          <a:p>
            <a:pPr marL="0" indent="0">
              <a:buNone/>
            </a:pPr>
            <a:r>
              <a:rPr lang="en-US" sz="3700" dirty="0"/>
              <a:t>COPY . .</a:t>
            </a:r>
          </a:p>
          <a:p>
            <a:pPr marL="0" indent="0">
              <a:buNone/>
            </a:pPr>
            <a:r>
              <a:rPr lang="en-US" sz="3700" dirty="0"/>
              <a:t>RUN make clean &amp;&amp; make</a:t>
            </a:r>
          </a:p>
          <a:p>
            <a:pPr marL="0" indent="0">
              <a:buNone/>
            </a:pPr>
            <a:r>
              <a:rPr lang="en-US" sz="3700" dirty="0"/>
              <a:t>CMD ["./</a:t>
            </a:r>
            <a:r>
              <a:rPr lang="en-US" sz="3700" dirty="0" err="1"/>
              <a:t>CampusGuard</a:t>
            </a:r>
            <a:r>
              <a:rPr lang="en-US" sz="3700" dirty="0"/>
              <a:t>"]</a:t>
            </a:r>
          </a:p>
          <a:p>
            <a:pPr marL="0" indent="0">
              <a:buNone/>
            </a:pPr>
            <a:endParaRPr lang="en-US" sz="3700" dirty="0"/>
          </a:p>
          <a:p>
            <a:pPr marL="0" indent="0">
              <a:buNone/>
            </a:pPr>
            <a:r>
              <a:rPr lang="en-ZA" sz="3700" b="1" dirty="0"/>
              <a:t>docker-</a:t>
            </a:r>
            <a:r>
              <a:rPr lang="en-ZA" sz="3700" b="1" dirty="0" err="1"/>
              <a:t>compose.yml</a:t>
            </a:r>
            <a:endParaRPr lang="en-ZA" sz="3700" b="1" dirty="0"/>
          </a:p>
          <a:p>
            <a:pPr marL="0" indent="0">
              <a:buNone/>
            </a:pPr>
            <a:r>
              <a:rPr lang="en-US" sz="3700" dirty="0"/>
              <a:t>version: '3'</a:t>
            </a:r>
          </a:p>
          <a:p>
            <a:pPr marL="0" indent="0">
              <a:buNone/>
            </a:pPr>
            <a:r>
              <a:rPr lang="en-US" sz="3700" dirty="0"/>
              <a:t>services:</a:t>
            </a:r>
          </a:p>
          <a:p>
            <a:pPr marL="0" indent="0">
              <a:buNone/>
            </a:pPr>
            <a:r>
              <a:rPr lang="en-US" sz="3700" dirty="0"/>
              <a:t>  </a:t>
            </a:r>
            <a:r>
              <a:rPr lang="en-US" sz="3700" dirty="0" err="1"/>
              <a:t>campusguard</a:t>
            </a:r>
            <a:r>
              <a:rPr lang="en-US" sz="3700" dirty="0"/>
              <a:t>:</a:t>
            </a:r>
          </a:p>
          <a:p>
            <a:pPr marL="0" indent="0">
              <a:buNone/>
            </a:pPr>
            <a:r>
              <a:rPr lang="en-US" sz="3700" dirty="0"/>
              <a:t>    build: .</a:t>
            </a:r>
          </a:p>
          <a:p>
            <a:pPr marL="0" indent="0">
              <a:buNone/>
            </a:pPr>
            <a:r>
              <a:rPr lang="en-US" sz="3700" dirty="0"/>
              <a:t>    image: </a:t>
            </a:r>
            <a:r>
              <a:rPr lang="en-US" sz="3700" dirty="0" err="1"/>
              <a:t>campusguard_app</a:t>
            </a:r>
            <a:endParaRPr lang="en-US" sz="3700" dirty="0"/>
          </a:p>
          <a:p>
            <a:pPr marL="0" indent="0">
              <a:buNone/>
            </a:pPr>
            <a:endParaRPr lang="en-US" sz="3800" dirty="0"/>
          </a:p>
          <a:p>
            <a:pPr marL="0" indent="0">
              <a:buNone/>
            </a:pPr>
            <a:r>
              <a:rPr lang="en-US" sz="3800" dirty="0"/>
              <a:t>To build and run the complete application inside Docker for the demonstration, run the following command in the root directory:</a:t>
            </a:r>
          </a:p>
          <a:p>
            <a:pPr marL="0" indent="0">
              <a:buNone/>
            </a:pPr>
            <a:r>
              <a:rPr lang="en-US" sz="4300" dirty="0"/>
              <a:t>docker compose up --build</a:t>
            </a:r>
          </a:p>
          <a:p>
            <a:pPr marL="0" indent="0">
              <a:buNone/>
            </a:pPr>
            <a:endParaRPr lang="en-US" sz="3700" dirty="0"/>
          </a:p>
          <a:p>
            <a:pPr marL="0" indent="0">
              <a:buNone/>
            </a:pPr>
            <a:endParaRPr lang="en-US" sz="3700" dirty="0"/>
          </a:p>
          <a:p>
            <a:pPr marL="0" indent="0">
              <a:buNone/>
            </a:pPr>
            <a:endParaRPr lang="en-US" sz="3700" dirty="0"/>
          </a:p>
          <a:p>
            <a:pPr marL="0" indent="0">
              <a:buNone/>
            </a:pPr>
            <a:endParaRPr lang="en-US" sz="3700" dirty="0"/>
          </a:p>
          <a:p>
            <a:pPr marL="0" indent="0">
              <a:buNone/>
            </a:pPr>
            <a:endParaRPr lang="en-ZA" sz="3700" b="1" dirty="0"/>
          </a:p>
          <a:p>
            <a:pPr marL="0" indent="0">
              <a:buNone/>
            </a:pPr>
            <a:endParaRPr lang="en-US" sz="3700" dirty="0"/>
          </a:p>
          <a:p>
            <a:pPr marL="0" indent="0">
              <a:buNone/>
            </a:pPr>
            <a:endParaRPr lang="en-US" sz="3700" dirty="0"/>
          </a:p>
        </p:txBody>
      </p:sp>
      <p:sp>
        <p:nvSpPr>
          <p:cNvPr id="4" name="Slide Number Placeholder 3">
            <a:extLst>
              <a:ext uri="{FF2B5EF4-FFF2-40B4-BE49-F238E27FC236}">
                <a16:creationId xmlns:a16="http://schemas.microsoft.com/office/drawing/2014/main" id="{350B53BB-BFEA-F6C4-A446-35C046B8C390}"/>
              </a:ext>
            </a:extLst>
          </p:cNvPr>
          <p:cNvSpPr>
            <a:spLocks noGrp="1"/>
          </p:cNvSpPr>
          <p:nvPr>
            <p:ph type="sldNum" sz="quarter" idx="4"/>
          </p:nvPr>
        </p:nvSpPr>
        <p:spPr/>
        <p:txBody>
          <a:bodyPr/>
          <a:lstStyle/>
          <a:p>
            <a:fld id="{08AB70BE-1769-45B8-85A6-0C837432C7E6}" type="slidenum">
              <a:rPr lang="en-US" smtClean="0"/>
              <a:pPr/>
              <a:t>15</a:t>
            </a:fld>
            <a:endParaRPr lang="en-US" dirty="0"/>
          </a:p>
        </p:txBody>
      </p:sp>
      <p:sp>
        <p:nvSpPr>
          <p:cNvPr id="7" name="Rectangle 3">
            <a:extLst>
              <a:ext uri="{FF2B5EF4-FFF2-40B4-BE49-F238E27FC236}">
                <a16:creationId xmlns:a16="http://schemas.microsoft.com/office/drawing/2014/main" id="{3C9DFA71-A526-2325-23EC-97788D44C696}"/>
              </a:ext>
            </a:extLst>
          </p:cNvPr>
          <p:cNvSpPr>
            <a:spLocks noChangeArrowheads="1"/>
          </p:cNvSpPr>
          <p:nvPr/>
        </p:nvSpPr>
        <p:spPr bwMode="auto">
          <a:xfrm>
            <a:off x="0" y="-63788"/>
            <a:ext cx="65" cy="58477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none" lIns="0" tIns="0" rIns="0" bIns="0" numCol="1" anchor="ctr" anchorCtr="0" compatLnSpc="1">
            <a:prstTxWarp prst="textNoShape">
              <a:avLst/>
            </a:prstTxWarp>
            <a:spAutoFit/>
          </a:bodyPr>
          <a:lstStyle>
            <a:lvl1pPr eaLnBrk="0" fontAlgn="base" hangingPunct="0">
              <a:spcBef>
                <a:spcPct val="0"/>
              </a:spcBef>
              <a:spcAft>
                <a:spcPct val="0"/>
              </a:spcAft>
              <a:defRPr>
                <a:solidFill>
                  <a:schemeClr val="tx1"/>
                </a:solidFill>
                <a:latin typeface="Arial" panose="020B0604020202020204" pitchFamily="34" charset="0"/>
              </a:defRPr>
            </a:lvl1pPr>
            <a:lvl2pPr eaLnBrk="0" fontAlgn="base" hangingPunct="0">
              <a:spcBef>
                <a:spcPct val="0"/>
              </a:spcBef>
              <a:spcAft>
                <a:spcPct val="0"/>
              </a:spcAft>
              <a:defRPr>
                <a:solidFill>
                  <a:schemeClr val="tx1"/>
                </a:solidFill>
                <a:latin typeface="Arial" panose="020B0604020202020204" pitchFamily="34" charset="0"/>
              </a:defRPr>
            </a:lvl2pPr>
            <a:lvl3pPr eaLnBrk="0" fontAlgn="base" hangingPunct="0">
              <a:spcBef>
                <a:spcPct val="0"/>
              </a:spcBef>
              <a:spcAft>
                <a:spcPct val="0"/>
              </a:spcAft>
              <a:defRPr>
                <a:solidFill>
                  <a:schemeClr val="tx1"/>
                </a:solidFill>
                <a:latin typeface="Arial" panose="020B0604020202020204" pitchFamily="34" charset="0"/>
              </a:defRPr>
            </a:lvl3pPr>
            <a:lvl4pPr eaLnBrk="0" fontAlgn="base" hangingPunct="0">
              <a:spcBef>
                <a:spcPct val="0"/>
              </a:spcBef>
              <a:spcAft>
                <a:spcPct val="0"/>
              </a:spcAft>
              <a:defRPr>
                <a:solidFill>
                  <a:schemeClr val="tx1"/>
                </a:solidFill>
                <a:latin typeface="Arial" panose="020B0604020202020204" pitchFamily="34" charset="0"/>
              </a:defRPr>
            </a:lvl4pPr>
            <a:lvl5pPr eaLnBrk="0" fontAlgn="base" hangingPunct="0">
              <a:spcBef>
                <a:spcPct val="0"/>
              </a:spcBef>
              <a:spcAft>
                <a:spcPct val="0"/>
              </a:spcAft>
              <a:defRPr>
                <a:solidFill>
                  <a:schemeClr val="tx1"/>
                </a:solidFill>
                <a:latin typeface="Arial" panose="020B0604020202020204" pitchFamily="34" charset="0"/>
              </a:defRPr>
            </a:lvl5pPr>
            <a:lvl6pPr eaLnBrk="0" fontAlgn="base" hangingPunct="0">
              <a:spcBef>
                <a:spcPct val="0"/>
              </a:spcBef>
              <a:spcAft>
                <a:spcPct val="0"/>
              </a:spcAft>
              <a:defRPr>
                <a:solidFill>
                  <a:schemeClr val="tx1"/>
                </a:solidFill>
                <a:latin typeface="Arial" panose="020B0604020202020204" pitchFamily="34" charset="0"/>
              </a:defRPr>
            </a:lvl6pPr>
            <a:lvl7pPr eaLnBrk="0" fontAlgn="base" hangingPunct="0">
              <a:spcBef>
                <a:spcPct val="0"/>
              </a:spcBef>
              <a:spcAft>
                <a:spcPct val="0"/>
              </a:spcAft>
              <a:defRPr>
                <a:solidFill>
                  <a:schemeClr val="tx1"/>
                </a:solidFill>
                <a:latin typeface="Arial" panose="020B0604020202020204" pitchFamily="34" charset="0"/>
              </a:defRPr>
            </a:lvl7pPr>
            <a:lvl8pPr eaLnBrk="0" fontAlgn="base" hangingPunct="0">
              <a:spcBef>
                <a:spcPct val="0"/>
              </a:spcBef>
              <a:spcAft>
                <a:spcPct val="0"/>
              </a:spcAft>
              <a:defRPr>
                <a:solidFill>
                  <a:schemeClr val="tx1"/>
                </a:solidFill>
                <a:latin typeface="Arial" panose="020B0604020202020204" pitchFamily="34" charset="0"/>
              </a:defRPr>
            </a:lvl8pPr>
            <a:lvl9pPr eaLnBrk="0" fontAlgn="base" hangingPunct="0">
              <a:spcBef>
                <a:spcPct val="0"/>
              </a:spcBef>
              <a:spcAft>
                <a:spcPct val="0"/>
              </a:spcAft>
              <a:defRPr>
                <a:solidFill>
                  <a:schemeClr val="tx1"/>
                </a:solidFill>
                <a:latin typeface="Arial" panose="020B0604020202020204" pitchFamily="34" charset="0"/>
              </a:defRPr>
            </a:lvl9pPr>
          </a:lstStyle>
          <a:p>
            <a:pPr marL="0" marR="0" lvl="0" indent="0" algn="l" defTabSz="914400" rtl="0" eaLnBrk="0" fontAlgn="base" latinLnBrk="0" hangingPunct="0">
              <a:lnSpc>
                <a:spcPct val="100000"/>
              </a:lnSpc>
              <a:spcBef>
                <a:spcPct val="0"/>
              </a:spcBef>
              <a:spcAft>
                <a:spcPct val="0"/>
              </a:spcAft>
              <a:buClrTx/>
              <a:buSzTx/>
              <a:buFontTx/>
              <a:buNone/>
              <a:tabLst/>
            </a:pPr>
            <a:endParaRPr kumimoji="0" lang="en-US" altLang="en-US" sz="1000" b="0" i="0" u="none" strike="noStrike" cap="none" normalizeH="0" baseline="0" dirty="0">
              <a:ln>
                <a:noFill/>
              </a:ln>
              <a:solidFill>
                <a:srgbClr val="CCCCCC"/>
              </a:solidFill>
              <a:effectLst/>
              <a:latin typeface="ui-monospace"/>
            </a:endParaRPr>
          </a:p>
          <a:p>
            <a:pPr marL="0" marR="0" lvl="0" indent="0" algn="l" defTabSz="914400" rtl="0" eaLnBrk="0" fontAlgn="base" latinLnBrk="0" hangingPunct="0">
              <a:lnSpc>
                <a:spcPct val="100000"/>
              </a:lnSpc>
              <a:spcBef>
                <a:spcPct val="0"/>
              </a:spcBef>
              <a:spcAft>
                <a:spcPct val="0"/>
              </a:spcAft>
              <a:buClrTx/>
              <a:buSzTx/>
              <a:buFontTx/>
              <a:buNone/>
              <a:tabLst/>
            </a:pPr>
            <a:br>
              <a:rPr kumimoji="0" lang="en-US" altLang="en-US" sz="1000" b="0" i="0" u="none" strike="noStrike" cap="none" normalizeH="0" baseline="0" dirty="0">
                <a:ln>
                  <a:noFill/>
                </a:ln>
                <a:solidFill>
                  <a:srgbClr val="CCCCCC"/>
                </a:solidFill>
                <a:effectLst/>
                <a:latin typeface="Courier New" panose="02070309020205020404" pitchFamily="49" charset="0"/>
                <a:cs typeface="Courier New" panose="02070309020205020404" pitchFamily="49" charset="0"/>
              </a:rPr>
            </a:br>
            <a:endParaRPr kumimoji="0" lang="en-US" altLang="en-US" sz="1800" b="0" i="0" u="none" strike="noStrike" cap="none" normalizeH="0" baseline="0" dirty="0">
              <a:ln>
                <a:noFill/>
              </a:ln>
              <a:solidFill>
                <a:schemeClr val="tx1"/>
              </a:solidFill>
              <a:effectLst/>
              <a:latin typeface="Arial" panose="020B0604020202020204" pitchFamily="34" charset="0"/>
            </a:endParaRPr>
          </a:p>
        </p:txBody>
      </p:sp>
    </p:spTree>
    <p:extLst>
      <p:ext uri="{BB962C8B-B14F-4D97-AF65-F5344CB8AC3E}">
        <p14:creationId xmlns:p14="http://schemas.microsoft.com/office/powerpoint/2010/main" val="234768264"/>
      </p:ext>
    </p:extLst>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58EE3D0E-9844-556B-2FC8-C61AFB64D4CF}"/>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E3F0D564-D412-D321-2F9D-A7E6F88D4E86}"/>
              </a:ext>
            </a:extLst>
          </p:cNvPr>
          <p:cNvSpPr>
            <a:spLocks noGrp="1"/>
          </p:cNvSpPr>
          <p:nvPr>
            <p:ph type="title"/>
          </p:nvPr>
        </p:nvSpPr>
        <p:spPr>
          <a:xfrm>
            <a:off x="1333499" y="1237496"/>
            <a:ext cx="9525000" cy="471664"/>
          </a:xfrm>
        </p:spPr>
        <p:txBody>
          <a:bodyPr>
            <a:normAutofit fontScale="90000"/>
          </a:bodyPr>
          <a:lstStyle/>
          <a:p>
            <a:r>
              <a:rPr lang="en-US" b="1" dirty="0"/>
              <a:t> GitHub Repository Link and Collaboration Reflection</a:t>
            </a:r>
            <a:br>
              <a:rPr lang="en-US" b="1" dirty="0"/>
            </a:br>
            <a:br>
              <a:rPr lang="en-ZA" b="1" dirty="0"/>
            </a:br>
            <a:br>
              <a:rPr lang="en-ZA" b="1" dirty="0"/>
            </a:br>
            <a:br>
              <a:rPr lang="en-ZA" b="1" dirty="0"/>
            </a:br>
            <a:endParaRPr lang="en-ZA" dirty="0"/>
          </a:p>
        </p:txBody>
      </p:sp>
      <p:sp>
        <p:nvSpPr>
          <p:cNvPr id="3" name="Content Placeholder 2">
            <a:extLst>
              <a:ext uri="{FF2B5EF4-FFF2-40B4-BE49-F238E27FC236}">
                <a16:creationId xmlns:a16="http://schemas.microsoft.com/office/drawing/2014/main" id="{EC11224F-13BB-1B90-FA9E-9F8D5CA7EEEF}"/>
              </a:ext>
            </a:extLst>
          </p:cNvPr>
          <p:cNvSpPr>
            <a:spLocks noGrp="1"/>
          </p:cNvSpPr>
          <p:nvPr>
            <p:ph sz="quarter" idx="10"/>
          </p:nvPr>
        </p:nvSpPr>
        <p:spPr>
          <a:xfrm>
            <a:off x="1333499" y="1368179"/>
            <a:ext cx="10032408" cy="4895888"/>
          </a:xfrm>
        </p:spPr>
        <p:txBody>
          <a:bodyPr>
            <a:normAutofit/>
          </a:bodyPr>
          <a:lstStyle/>
          <a:p>
            <a:pPr marL="0" indent="0">
              <a:buNone/>
            </a:pPr>
            <a:r>
              <a:rPr lang="en-ZA" b="1" dirty="0"/>
              <a:t>Repository Link:</a:t>
            </a:r>
            <a:br>
              <a:rPr lang="en-ZA" b="1" dirty="0"/>
            </a:br>
            <a:r>
              <a:rPr lang="en-ZA" b="1" dirty="0">
                <a:hlinkClick r:id="rId2"/>
              </a:rPr>
              <a:t>https://github.com/Mat6577/COS214_Practical5</a:t>
            </a:r>
            <a:endParaRPr lang="en-ZA" b="1" dirty="0"/>
          </a:p>
          <a:p>
            <a:pPr marL="0" indent="0">
              <a:buNone/>
            </a:pPr>
            <a:r>
              <a:rPr lang="en-ZA" b="1" dirty="0"/>
              <a:t>Collaboration Reflection:</a:t>
            </a:r>
            <a:endParaRPr lang="en-US" sz="3700" dirty="0"/>
          </a:p>
          <a:p>
            <a:pPr marL="0" indent="0">
              <a:buNone/>
            </a:pPr>
            <a:endParaRPr lang="en-US" sz="3700" dirty="0"/>
          </a:p>
          <a:p>
            <a:pPr marL="0" indent="0">
              <a:buNone/>
            </a:pPr>
            <a:endParaRPr lang="en-US" sz="3700" dirty="0"/>
          </a:p>
          <a:p>
            <a:pPr marL="0" indent="0">
              <a:buNone/>
            </a:pPr>
            <a:endParaRPr lang="en-ZA" sz="3700" b="1" dirty="0"/>
          </a:p>
          <a:p>
            <a:pPr marL="0" indent="0">
              <a:buNone/>
            </a:pPr>
            <a:endParaRPr lang="en-US" sz="3700" dirty="0"/>
          </a:p>
          <a:p>
            <a:pPr marL="0" indent="0">
              <a:buNone/>
            </a:pPr>
            <a:endParaRPr lang="en-US" sz="3700" dirty="0"/>
          </a:p>
        </p:txBody>
      </p:sp>
      <p:sp>
        <p:nvSpPr>
          <p:cNvPr id="4" name="Slide Number Placeholder 3">
            <a:extLst>
              <a:ext uri="{FF2B5EF4-FFF2-40B4-BE49-F238E27FC236}">
                <a16:creationId xmlns:a16="http://schemas.microsoft.com/office/drawing/2014/main" id="{38B90E06-998C-C843-675F-1781467625C5}"/>
              </a:ext>
            </a:extLst>
          </p:cNvPr>
          <p:cNvSpPr>
            <a:spLocks noGrp="1"/>
          </p:cNvSpPr>
          <p:nvPr>
            <p:ph type="sldNum" sz="quarter" idx="4"/>
          </p:nvPr>
        </p:nvSpPr>
        <p:spPr/>
        <p:txBody>
          <a:bodyPr/>
          <a:lstStyle/>
          <a:p>
            <a:fld id="{08AB70BE-1769-45B8-85A6-0C837432C7E6}" type="slidenum">
              <a:rPr lang="en-US" smtClean="0"/>
              <a:pPr/>
              <a:t>16</a:t>
            </a:fld>
            <a:endParaRPr lang="en-US" dirty="0"/>
          </a:p>
        </p:txBody>
      </p:sp>
      <p:sp>
        <p:nvSpPr>
          <p:cNvPr id="7" name="Rectangle 3">
            <a:extLst>
              <a:ext uri="{FF2B5EF4-FFF2-40B4-BE49-F238E27FC236}">
                <a16:creationId xmlns:a16="http://schemas.microsoft.com/office/drawing/2014/main" id="{E44E77E0-59F1-10D7-0CA9-9A82EA0E391D}"/>
              </a:ext>
            </a:extLst>
          </p:cNvPr>
          <p:cNvSpPr>
            <a:spLocks noChangeArrowheads="1"/>
          </p:cNvSpPr>
          <p:nvPr/>
        </p:nvSpPr>
        <p:spPr bwMode="auto">
          <a:xfrm>
            <a:off x="0" y="-63788"/>
            <a:ext cx="65" cy="58477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none" lIns="0" tIns="0" rIns="0" bIns="0" numCol="1" anchor="ctr" anchorCtr="0" compatLnSpc="1">
            <a:prstTxWarp prst="textNoShape">
              <a:avLst/>
            </a:prstTxWarp>
            <a:spAutoFit/>
          </a:bodyPr>
          <a:lstStyle>
            <a:lvl1pPr eaLnBrk="0" fontAlgn="base" hangingPunct="0">
              <a:spcBef>
                <a:spcPct val="0"/>
              </a:spcBef>
              <a:spcAft>
                <a:spcPct val="0"/>
              </a:spcAft>
              <a:defRPr>
                <a:solidFill>
                  <a:schemeClr val="tx1"/>
                </a:solidFill>
                <a:latin typeface="Arial" panose="020B0604020202020204" pitchFamily="34" charset="0"/>
              </a:defRPr>
            </a:lvl1pPr>
            <a:lvl2pPr eaLnBrk="0" fontAlgn="base" hangingPunct="0">
              <a:spcBef>
                <a:spcPct val="0"/>
              </a:spcBef>
              <a:spcAft>
                <a:spcPct val="0"/>
              </a:spcAft>
              <a:defRPr>
                <a:solidFill>
                  <a:schemeClr val="tx1"/>
                </a:solidFill>
                <a:latin typeface="Arial" panose="020B0604020202020204" pitchFamily="34" charset="0"/>
              </a:defRPr>
            </a:lvl2pPr>
            <a:lvl3pPr eaLnBrk="0" fontAlgn="base" hangingPunct="0">
              <a:spcBef>
                <a:spcPct val="0"/>
              </a:spcBef>
              <a:spcAft>
                <a:spcPct val="0"/>
              </a:spcAft>
              <a:defRPr>
                <a:solidFill>
                  <a:schemeClr val="tx1"/>
                </a:solidFill>
                <a:latin typeface="Arial" panose="020B0604020202020204" pitchFamily="34" charset="0"/>
              </a:defRPr>
            </a:lvl3pPr>
            <a:lvl4pPr eaLnBrk="0" fontAlgn="base" hangingPunct="0">
              <a:spcBef>
                <a:spcPct val="0"/>
              </a:spcBef>
              <a:spcAft>
                <a:spcPct val="0"/>
              </a:spcAft>
              <a:defRPr>
                <a:solidFill>
                  <a:schemeClr val="tx1"/>
                </a:solidFill>
                <a:latin typeface="Arial" panose="020B0604020202020204" pitchFamily="34" charset="0"/>
              </a:defRPr>
            </a:lvl4pPr>
            <a:lvl5pPr eaLnBrk="0" fontAlgn="base" hangingPunct="0">
              <a:spcBef>
                <a:spcPct val="0"/>
              </a:spcBef>
              <a:spcAft>
                <a:spcPct val="0"/>
              </a:spcAft>
              <a:defRPr>
                <a:solidFill>
                  <a:schemeClr val="tx1"/>
                </a:solidFill>
                <a:latin typeface="Arial" panose="020B0604020202020204" pitchFamily="34" charset="0"/>
              </a:defRPr>
            </a:lvl5pPr>
            <a:lvl6pPr eaLnBrk="0" fontAlgn="base" hangingPunct="0">
              <a:spcBef>
                <a:spcPct val="0"/>
              </a:spcBef>
              <a:spcAft>
                <a:spcPct val="0"/>
              </a:spcAft>
              <a:defRPr>
                <a:solidFill>
                  <a:schemeClr val="tx1"/>
                </a:solidFill>
                <a:latin typeface="Arial" panose="020B0604020202020204" pitchFamily="34" charset="0"/>
              </a:defRPr>
            </a:lvl6pPr>
            <a:lvl7pPr eaLnBrk="0" fontAlgn="base" hangingPunct="0">
              <a:spcBef>
                <a:spcPct val="0"/>
              </a:spcBef>
              <a:spcAft>
                <a:spcPct val="0"/>
              </a:spcAft>
              <a:defRPr>
                <a:solidFill>
                  <a:schemeClr val="tx1"/>
                </a:solidFill>
                <a:latin typeface="Arial" panose="020B0604020202020204" pitchFamily="34" charset="0"/>
              </a:defRPr>
            </a:lvl7pPr>
            <a:lvl8pPr eaLnBrk="0" fontAlgn="base" hangingPunct="0">
              <a:spcBef>
                <a:spcPct val="0"/>
              </a:spcBef>
              <a:spcAft>
                <a:spcPct val="0"/>
              </a:spcAft>
              <a:defRPr>
                <a:solidFill>
                  <a:schemeClr val="tx1"/>
                </a:solidFill>
                <a:latin typeface="Arial" panose="020B0604020202020204" pitchFamily="34" charset="0"/>
              </a:defRPr>
            </a:lvl8pPr>
            <a:lvl9pPr eaLnBrk="0" fontAlgn="base" hangingPunct="0">
              <a:spcBef>
                <a:spcPct val="0"/>
              </a:spcBef>
              <a:spcAft>
                <a:spcPct val="0"/>
              </a:spcAft>
              <a:defRPr>
                <a:solidFill>
                  <a:schemeClr val="tx1"/>
                </a:solidFill>
                <a:latin typeface="Arial" panose="020B0604020202020204" pitchFamily="34" charset="0"/>
              </a:defRPr>
            </a:lvl9pPr>
          </a:lstStyle>
          <a:p>
            <a:pPr marL="0" marR="0" lvl="0" indent="0" algn="l" defTabSz="914400" rtl="0" eaLnBrk="0" fontAlgn="base" latinLnBrk="0" hangingPunct="0">
              <a:lnSpc>
                <a:spcPct val="100000"/>
              </a:lnSpc>
              <a:spcBef>
                <a:spcPct val="0"/>
              </a:spcBef>
              <a:spcAft>
                <a:spcPct val="0"/>
              </a:spcAft>
              <a:buClrTx/>
              <a:buSzTx/>
              <a:buFontTx/>
              <a:buNone/>
              <a:tabLst/>
            </a:pPr>
            <a:endParaRPr kumimoji="0" lang="en-US" altLang="en-US" sz="1000" b="0" i="0" u="none" strike="noStrike" cap="none" normalizeH="0" baseline="0" dirty="0">
              <a:ln>
                <a:noFill/>
              </a:ln>
              <a:solidFill>
                <a:srgbClr val="CCCCCC"/>
              </a:solidFill>
              <a:effectLst/>
              <a:latin typeface="ui-monospace"/>
            </a:endParaRPr>
          </a:p>
          <a:p>
            <a:pPr marL="0" marR="0" lvl="0" indent="0" algn="l" defTabSz="914400" rtl="0" eaLnBrk="0" fontAlgn="base" latinLnBrk="0" hangingPunct="0">
              <a:lnSpc>
                <a:spcPct val="100000"/>
              </a:lnSpc>
              <a:spcBef>
                <a:spcPct val="0"/>
              </a:spcBef>
              <a:spcAft>
                <a:spcPct val="0"/>
              </a:spcAft>
              <a:buClrTx/>
              <a:buSzTx/>
              <a:buFontTx/>
              <a:buNone/>
              <a:tabLst/>
            </a:pPr>
            <a:br>
              <a:rPr kumimoji="0" lang="en-US" altLang="en-US" sz="1000" b="0" i="0" u="none" strike="noStrike" cap="none" normalizeH="0" baseline="0" dirty="0">
                <a:ln>
                  <a:noFill/>
                </a:ln>
                <a:solidFill>
                  <a:srgbClr val="CCCCCC"/>
                </a:solidFill>
                <a:effectLst/>
                <a:latin typeface="Courier New" panose="02070309020205020404" pitchFamily="49" charset="0"/>
                <a:cs typeface="Courier New" panose="02070309020205020404" pitchFamily="49" charset="0"/>
              </a:rPr>
            </a:br>
            <a:endParaRPr kumimoji="0" lang="en-US" altLang="en-US" sz="1800" b="0" i="0" u="none" strike="noStrike" cap="none" normalizeH="0" baseline="0" dirty="0">
              <a:ln>
                <a:noFill/>
              </a:ln>
              <a:solidFill>
                <a:schemeClr val="tx1"/>
              </a:solidFill>
              <a:effectLst/>
              <a:latin typeface="Arial" panose="020B0604020202020204" pitchFamily="34" charset="0"/>
            </a:endParaRPr>
          </a:p>
        </p:txBody>
      </p:sp>
    </p:spTree>
    <p:extLst>
      <p:ext uri="{BB962C8B-B14F-4D97-AF65-F5344CB8AC3E}">
        <p14:creationId xmlns:p14="http://schemas.microsoft.com/office/powerpoint/2010/main" val="1920054253"/>
      </p:ext>
    </p:extLst>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EF854B71-0495-14D0-3A5A-03BA68D0CF2D}"/>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E4ABFE44-647D-7CE3-06B0-80BAD9411544}"/>
              </a:ext>
            </a:extLst>
          </p:cNvPr>
          <p:cNvSpPr>
            <a:spLocks noGrp="1"/>
          </p:cNvSpPr>
          <p:nvPr>
            <p:ph type="title"/>
          </p:nvPr>
        </p:nvSpPr>
        <p:spPr/>
        <p:txBody>
          <a:bodyPr/>
          <a:lstStyle/>
          <a:p>
            <a:r>
              <a:rPr lang="en-ZA" b="1" dirty="0"/>
              <a:t>Team Contribution Statements</a:t>
            </a:r>
            <a:br>
              <a:rPr lang="en-ZA" b="1" dirty="0"/>
            </a:br>
            <a:br>
              <a:rPr lang="en-ZA" b="1" dirty="0"/>
            </a:br>
            <a:endParaRPr lang="en-ZA" dirty="0"/>
          </a:p>
        </p:txBody>
      </p:sp>
      <p:sp>
        <p:nvSpPr>
          <p:cNvPr id="3" name="Content Placeholder 2">
            <a:extLst>
              <a:ext uri="{FF2B5EF4-FFF2-40B4-BE49-F238E27FC236}">
                <a16:creationId xmlns:a16="http://schemas.microsoft.com/office/drawing/2014/main" id="{D65CBCEB-36FF-4C57-4932-550BE78F7158}"/>
              </a:ext>
            </a:extLst>
          </p:cNvPr>
          <p:cNvSpPr>
            <a:spLocks noGrp="1"/>
          </p:cNvSpPr>
          <p:nvPr>
            <p:ph sz="quarter" idx="10"/>
          </p:nvPr>
        </p:nvSpPr>
        <p:spPr/>
        <p:txBody>
          <a:bodyPr/>
          <a:lstStyle/>
          <a:p>
            <a:r>
              <a:rPr lang="en-US" dirty="0"/>
              <a:t>Ashley:</a:t>
            </a:r>
          </a:p>
          <a:p>
            <a:endParaRPr lang="en-US" dirty="0"/>
          </a:p>
          <a:p>
            <a:endParaRPr lang="en-US" dirty="0"/>
          </a:p>
          <a:p>
            <a:r>
              <a:rPr lang="en-US" dirty="0"/>
              <a:t>Tebello:</a:t>
            </a:r>
          </a:p>
          <a:p>
            <a:endParaRPr lang="en-US" dirty="0"/>
          </a:p>
          <a:p>
            <a:endParaRPr lang="en-US" dirty="0"/>
          </a:p>
          <a:p>
            <a:r>
              <a:rPr lang="en-US" dirty="0" err="1"/>
              <a:t>Navela</a:t>
            </a:r>
            <a:endParaRPr lang="en-ZA" dirty="0"/>
          </a:p>
        </p:txBody>
      </p:sp>
      <p:sp>
        <p:nvSpPr>
          <p:cNvPr id="4" name="Slide Number Placeholder 3">
            <a:extLst>
              <a:ext uri="{FF2B5EF4-FFF2-40B4-BE49-F238E27FC236}">
                <a16:creationId xmlns:a16="http://schemas.microsoft.com/office/drawing/2014/main" id="{A90B46D9-AE93-CF15-0711-7943F151A0A3}"/>
              </a:ext>
            </a:extLst>
          </p:cNvPr>
          <p:cNvSpPr>
            <a:spLocks noGrp="1"/>
          </p:cNvSpPr>
          <p:nvPr>
            <p:ph type="sldNum" sz="quarter" idx="4"/>
          </p:nvPr>
        </p:nvSpPr>
        <p:spPr/>
        <p:txBody>
          <a:bodyPr/>
          <a:lstStyle/>
          <a:p>
            <a:fld id="{08AB70BE-1769-45B8-85A6-0C837432C7E6}" type="slidenum">
              <a:rPr lang="en-US" smtClean="0"/>
              <a:pPr/>
              <a:t>17</a:t>
            </a:fld>
            <a:endParaRPr lang="en-US" dirty="0"/>
          </a:p>
        </p:txBody>
      </p:sp>
    </p:spTree>
    <p:extLst>
      <p:ext uri="{BB962C8B-B14F-4D97-AF65-F5344CB8AC3E}">
        <p14:creationId xmlns:p14="http://schemas.microsoft.com/office/powerpoint/2010/main" val="1774808201"/>
      </p:ext>
    </p:extLst>
  </p:cSld>
  <p:clrMapOvr>
    <a:masterClrMapping/>
  </p:clrMapOvr>
</p:sld>
</file>

<file path=ppt/theme/theme1.xml><?xml version="1.0" encoding="utf-8"?>
<a:theme xmlns:a="http://schemas.openxmlformats.org/drawingml/2006/main" name="ModOverlayVTI">
  <a:themeElements>
    <a:clrScheme name="Custom 50">
      <a:dk1>
        <a:sysClr val="windowText" lastClr="000000"/>
      </a:dk1>
      <a:lt1>
        <a:srgbClr val="F4F2EC"/>
      </a:lt1>
      <a:dk2>
        <a:srgbClr val="09283F"/>
      </a:dk2>
      <a:lt2>
        <a:srgbClr val="FFFFFF"/>
      </a:lt2>
      <a:accent1>
        <a:srgbClr val="3C9A8F"/>
      </a:accent1>
      <a:accent2>
        <a:srgbClr val="18818C"/>
      </a:accent2>
      <a:accent3>
        <a:srgbClr val="800A2F"/>
      </a:accent3>
      <a:accent4>
        <a:srgbClr val="F6635C"/>
      </a:accent4>
      <a:accent5>
        <a:srgbClr val="F48E7C"/>
      </a:accent5>
      <a:accent6>
        <a:srgbClr val="DA9D16"/>
      </a:accent6>
      <a:hlink>
        <a:srgbClr val="ED621D"/>
      </a:hlink>
      <a:folHlink>
        <a:srgbClr val="A18A6D"/>
      </a:folHlink>
    </a:clrScheme>
    <a:fontScheme name="Elephant Arial Nova Light">
      <a:majorFont>
        <a:latin typeface="Elephant"/>
        <a:ea typeface=""/>
        <a:cs typeface=""/>
      </a:majorFont>
      <a:minorFont>
        <a:latin typeface="Arial Nova Light"/>
        <a:ea typeface=""/>
        <a:cs typeface=""/>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ModOverlayVTI" id="{85202D65-63D3-4793-A090-FA8DF18DC0BE}" vid="{91924FCD-E846-48AE-B233-F25A78D18B8D}"/>
    </a:ext>
  </a:ext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ppt/theme/theme3.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customXml/_rels/item1.xml.rels><?xml version="1.0" encoding="UTF-8" standalone="yes"?>
<Relationships xmlns="http://schemas.openxmlformats.org/package/2006/relationships"><Relationship Id="rId1" Type="http://schemas.openxmlformats.org/officeDocument/2006/relationships/customXmlProps" Target="itemProps1.xml"/></Relationships>
</file>

<file path=customXml/_rels/item2.xml.rels><?xml version="1.0" encoding="UTF-8" standalone="yes"?>
<Relationships xmlns="http://schemas.openxmlformats.org/package/2006/relationships"><Relationship Id="rId1" Type="http://schemas.openxmlformats.org/officeDocument/2006/relationships/customXmlProps" Target="itemProps2.xml"/></Relationships>
</file>

<file path=customXml/_rels/item3.xml.rels><?xml version="1.0" encoding="UTF-8" standalone="yes"?>
<Relationships xmlns="http://schemas.openxmlformats.org/package/2006/relationships"><Relationship Id="rId1" Type="http://schemas.openxmlformats.org/officeDocument/2006/relationships/customXmlProps" Target="itemProps3.xml"/></Relationships>
</file>

<file path=customXml/item1.xml><?xml version="1.0" encoding="utf-8"?>
<p:properties xmlns:p="http://schemas.microsoft.com/office/2006/metadata/properties" xmlns:xsi="http://www.w3.org/2001/XMLSchema-instance" xmlns:pc="http://schemas.microsoft.com/office/infopath/2007/PartnerControls">
  <documentManagement>
    <Background xmlns="71af3243-3dd4-4a8d-8c0d-dd76da1f02a5">false</Background>
    <Status xmlns="71af3243-3dd4-4a8d-8c0d-dd76da1f02a5">Not started</Status>
    <_ip_UnifiedCompliancePolicyUIAction xmlns="http://schemas.microsoft.com/sharepoint/v3" xsi:nil="true"/>
    <Image xmlns="71af3243-3dd4-4a8d-8c0d-dd76da1f02a5">
      <Url xsi:nil="true"/>
      <Description xsi:nil="true"/>
    </Image>
    <_ip_UnifiedCompliancePolicyProperties xmlns="http://schemas.microsoft.com/sharepoint/v3" xsi:nil="true"/>
    <ImageTagsTaxHTField xmlns="71af3243-3dd4-4a8d-8c0d-dd76da1f02a5">
      <Terms xmlns="http://schemas.microsoft.com/office/infopath/2007/PartnerControls"/>
    </ImageTagsTaxHTField>
    <TaxCatchAll xmlns="230e9df3-be65-4c73-a93b-d1236ebd677e" xsi:nil="true"/>
    <MediaServiceKeyPoints xmlns="71af3243-3dd4-4a8d-8c0d-dd76da1f02a5" xsi:nil="true"/>
  </documentManagement>
</p:properties>
</file>

<file path=customXml/item2.xml><?xml version="1.0" encoding="utf-8"?>
<?mso-contentType ?>
<FormTemplates xmlns="http://schemas.microsoft.com/sharepoint/v3/contenttype/forms">
  <Display>DocumentLibraryForm</Display>
  <Edit>DocumentLibraryForm</Edit>
  <New>DocumentLibraryForm</New>
</FormTemplates>
</file>

<file path=customXml/item3.xml><?xml version="1.0" encoding="utf-8"?>
<ct:contentTypeSchema xmlns:ct="http://schemas.microsoft.com/office/2006/metadata/contentType" xmlns:ma="http://schemas.microsoft.com/office/2006/metadata/properties/metaAttributes" ct:_="" ma:_="" ma:contentTypeName="Document" ma:contentTypeID="0x01010079F111ED35F8CC479449609E8A0923A6" ma:contentTypeVersion="28" ma:contentTypeDescription="Create a new document." ma:contentTypeScope="" ma:versionID="60f5a4f2d2b0abadcf532d48ebf9cb71">
  <xsd:schema xmlns:xsd="http://www.w3.org/2001/XMLSchema" xmlns:xs="http://www.w3.org/2001/XMLSchema" xmlns:p="http://schemas.microsoft.com/office/2006/metadata/properties" xmlns:ns1="http://schemas.microsoft.com/sharepoint/v3" xmlns:ns2="71af3243-3dd4-4a8d-8c0d-dd76da1f02a5" xmlns:ns3="16c05727-aa75-4e4a-9b5f-8a80a1165891" xmlns:ns4="230e9df3-be65-4c73-a93b-d1236ebd677e" targetNamespace="http://schemas.microsoft.com/office/2006/metadata/properties" ma:root="true" ma:fieldsID="7dd78129e6a1811f84807ad11c651531" ns1:_="" ns2:_="" ns3:_="" ns4:_="">
    <xsd:import namespace="http://schemas.microsoft.com/sharepoint/v3"/>
    <xsd:import namespace="71af3243-3dd4-4a8d-8c0d-dd76da1f02a5"/>
    <xsd:import namespace="16c05727-aa75-4e4a-9b5f-8a80a1165891"/>
    <xsd:import namespace="230e9df3-be65-4c73-a93b-d1236ebd677e"/>
    <xsd:element name="properties">
      <xsd:complexType>
        <xsd:sequence>
          <xsd:element name="documentManagement">
            <xsd:complexType>
              <xsd:all>
                <xsd:element ref="ns2:Status" minOccurs="0"/>
                <xsd:element ref="ns2:Image" minOccurs="0"/>
                <xsd:element ref="ns2:MediaServiceMetadata" minOccurs="0"/>
                <xsd:element ref="ns2:MediaServiceFastMetadata" minOccurs="0"/>
                <xsd:element ref="ns2:MediaServiceOCR" minOccurs="0"/>
                <xsd:element ref="ns2:MediaServiceAutoTags" minOccurs="0"/>
                <xsd:element ref="ns2:MediaServiceEventHashCode" minOccurs="0"/>
                <xsd:element ref="ns2:MediaServiceGenerationTime" minOccurs="0"/>
                <xsd:element ref="ns3:SharedWithUsers" minOccurs="0"/>
                <xsd:element ref="ns3:SharedWithDetails" minOccurs="0"/>
                <xsd:element ref="ns2:MediaServiceAutoKeyPoints" minOccurs="0"/>
                <xsd:element ref="ns2:MediaServiceKeyPoints" minOccurs="0"/>
                <xsd:element ref="ns2:MediaServiceDateTaken" minOccurs="0"/>
                <xsd:element ref="ns1:_ip_UnifiedCompliancePolicyProperties" minOccurs="0"/>
                <xsd:element ref="ns1:_ip_UnifiedCompliancePolicyUIAction" minOccurs="0"/>
                <xsd:element ref="ns4:TaxCatchAll" minOccurs="0"/>
                <xsd:element ref="ns2:ImageTagsTaxHTField" minOccurs="0"/>
                <xsd:element ref="ns2:MediaServiceLocation" minOccurs="0"/>
                <xsd:element ref="ns2:MediaLengthInSeconds" minOccurs="0"/>
                <xsd:element ref="ns2:Background" minOccurs="0"/>
                <xsd:element ref="ns2:MediaServiceSearchProperties" minOccurs="0"/>
                <xsd:element ref="ns2:MediaServiceDocTags" minOccurs="0"/>
                <xsd:element ref="ns2:MediaServiceObjectDetectorVersions" minOccurs="0"/>
                <xsd:element ref="ns2:MediaServiceSystemTags" minOccurs="0"/>
              </xsd:all>
            </xsd:complexType>
          </xsd:element>
        </xsd:sequence>
      </xsd:complexType>
    </xsd:element>
  </xsd:schema>
  <xsd:schema xmlns:xsd="http://www.w3.org/2001/XMLSchema" xmlns:xs="http://www.w3.org/2001/XMLSchema" xmlns:dms="http://schemas.microsoft.com/office/2006/documentManagement/types" xmlns:pc="http://schemas.microsoft.com/office/infopath/2007/PartnerControls" targetNamespace="http://schemas.microsoft.com/sharepoint/v3" elementFormDefault="qualified">
    <xsd:import namespace="http://schemas.microsoft.com/office/2006/documentManagement/types"/>
    <xsd:import namespace="http://schemas.microsoft.com/office/infopath/2007/PartnerControls"/>
    <xsd:element name="_ip_UnifiedCompliancePolicyProperties" ma:index="20" nillable="true" ma:displayName="Unified Compliance Policy Properties" ma:hidden="true" ma:internalName="_ip_UnifiedCompliancePolicyProperties" ma:readOnly="false">
      <xsd:simpleType>
        <xsd:restriction base="dms:Note"/>
      </xsd:simpleType>
    </xsd:element>
    <xsd:element name="_ip_UnifiedCompliancePolicyUIAction" ma:index="21" nillable="true" ma:displayName="Unified Compliance Policy UI Action" ma:hidden="true" ma:internalName="_ip_UnifiedCompliancePolicyUIAction" ma:readOnly="false">
      <xsd:simpleType>
        <xsd:restriction base="dms:Text"/>
      </xsd:simpleType>
    </xsd:element>
  </xsd:schema>
  <xsd:schema xmlns:xsd="http://www.w3.org/2001/XMLSchema" xmlns:xs="http://www.w3.org/2001/XMLSchema" xmlns:dms="http://schemas.microsoft.com/office/2006/documentManagement/types" xmlns:pc="http://schemas.microsoft.com/office/infopath/2007/PartnerControls" targetNamespace="71af3243-3dd4-4a8d-8c0d-dd76da1f02a5" elementFormDefault="qualified">
    <xsd:import namespace="http://schemas.microsoft.com/office/2006/documentManagement/types"/>
    <xsd:import namespace="http://schemas.microsoft.com/office/infopath/2007/PartnerControls"/>
    <xsd:element name="Status" ma:index="2" nillable="true" ma:displayName="Status" ma:default="Not started" ma:format="Dropdown" ma:internalName="Status" ma:readOnly="false">
      <xsd:simpleType>
        <xsd:restriction base="dms:Choice">
          <xsd:enumeration value="Not started"/>
          <xsd:enumeration value="In Progress"/>
          <xsd:enumeration value="Completed"/>
        </xsd:restriction>
      </xsd:simpleType>
    </xsd:element>
    <xsd:element name="Image" ma:index="3" nillable="true" ma:displayName="Image" ma:format="Image" ma:internalName="Image" ma:readOnly="false">
      <xsd:complexType>
        <xsd:complexContent>
          <xsd:extension base="dms:URL">
            <xsd:sequence>
              <xsd:element name="Url" type="dms:ValidUrl" minOccurs="0" nillable="true"/>
              <xsd:element name="Description" type="xsd:string" nillable="true"/>
            </xsd:sequence>
          </xsd:extension>
        </xsd:complexContent>
      </xsd:complexType>
    </xsd:element>
    <xsd:element name="MediaServiceMetadata" ma:index="8" nillable="true" ma:displayName="MediaServiceMetadata" ma:hidden="true" ma:internalName="MediaServiceMetadata" ma:readOnly="true">
      <xsd:simpleType>
        <xsd:restriction base="dms:Note"/>
      </xsd:simpleType>
    </xsd:element>
    <xsd:element name="MediaServiceFastMetadata" ma:index="9" nillable="true" ma:displayName="MediaServiceFastMetadata" ma:hidden="true" ma:internalName="MediaServiceFastMetadata" ma:readOnly="true">
      <xsd:simpleType>
        <xsd:restriction base="dms:Note"/>
      </xsd:simpleType>
    </xsd:element>
    <xsd:element name="MediaServiceOCR" ma:index="10" nillable="true" ma:displayName="MediaServiceOCR" ma:hidden="true" ma:internalName="MediaServiceOCR" ma:readOnly="true">
      <xsd:simpleType>
        <xsd:restriction base="dms:Note"/>
      </xsd:simpleType>
    </xsd:element>
    <xsd:element name="MediaServiceAutoTags" ma:index="11" nillable="true" ma:displayName="MediaServiceAutoTags" ma:hidden="true" ma:internalName="MediaServiceAutoTags" ma:readOnly="true">
      <xsd:simpleType>
        <xsd:restriction base="dms:Text"/>
      </xsd:simpleType>
    </xsd:element>
    <xsd:element name="MediaServiceEventHashCode" ma:index="12" nillable="true" ma:displayName="MediaServiceEventHashCode" ma:hidden="true" ma:internalName="MediaServiceEventHashCode" ma:readOnly="true">
      <xsd:simpleType>
        <xsd:restriction base="dms:Text"/>
      </xsd:simpleType>
    </xsd:element>
    <xsd:element name="MediaServiceGenerationTime" ma:index="13" nillable="true" ma:displayName="MediaServiceGenerationTime" ma:hidden="true" ma:internalName="MediaServiceGenerationTime" ma:readOnly="true">
      <xsd:simpleType>
        <xsd:restriction base="dms:Text"/>
      </xsd:simpleType>
    </xsd:element>
    <xsd:element name="MediaServiceAutoKeyPoints" ma:index="16" nillable="true" ma:displayName="MediaServiceAutoKeyPoints" ma:hidden="true" ma:internalName="MediaServiceAutoKeyPoints" ma:readOnly="true">
      <xsd:simpleType>
        <xsd:restriction base="dms:Note"/>
      </xsd:simpleType>
    </xsd:element>
    <xsd:element name="MediaServiceKeyPoints" ma:index="17" nillable="true" ma:displayName="KeyPoints" ma:hidden="true" ma:internalName="MediaServiceKeyPoints" ma:readOnly="false">
      <xsd:simpleType>
        <xsd:restriction base="dms:Note"/>
      </xsd:simpleType>
    </xsd:element>
    <xsd:element name="MediaServiceDateTaken" ma:index="18" nillable="true" ma:displayName="MediaServiceDateTaken" ma:hidden="true" ma:internalName="MediaServiceDateTaken" ma:readOnly="true">
      <xsd:simpleType>
        <xsd:restriction base="dms:Text"/>
      </xsd:simpleType>
    </xsd:element>
    <xsd:element name="ImageTagsTaxHTField" ma:index="25" nillable="true" ma:taxonomy="true" ma:internalName="ImageTagsTaxHTField" ma:taxonomyFieldName="MediaServiceImageTags" ma:displayName="Image Tags" ma:readOnly="false" ma:fieldId="{5cf76f15-5ced-4ddc-b409-7134ff3c332f}" ma:taxonomyMulti="true" ma:sspId="e385fb40-52d4-4fae-9c5b-3e8ff8a5878e" ma:termSetId="09814cd3-568e-fe90-9814-8d621ff8fb84" ma:anchorId="fba54fb3-c3e1-fe81-a776-ca4b69148c4d" ma:open="true" ma:isKeyword="false">
      <xsd:complexType>
        <xsd:sequence>
          <xsd:element ref="pc:Terms" minOccurs="0" maxOccurs="1"/>
        </xsd:sequence>
      </xsd:complexType>
    </xsd:element>
    <xsd:element name="MediaServiceLocation" ma:index="26" nillable="true" ma:displayName="Location" ma:hidden="true" ma:internalName="MediaServiceLocation" ma:readOnly="true">
      <xsd:simpleType>
        <xsd:restriction base="dms:Text"/>
      </xsd:simpleType>
    </xsd:element>
    <xsd:element name="MediaLengthInSeconds" ma:index="27" nillable="true" ma:displayName="MediaLengthInSeconds" ma:hidden="true" ma:internalName="MediaLengthInSeconds" ma:readOnly="true">
      <xsd:simpleType>
        <xsd:restriction base="dms:Unknown"/>
      </xsd:simpleType>
    </xsd:element>
    <xsd:element name="Background" ma:index="28" nillable="true" ma:displayName="Background" ma:default="0" ma:format="Dropdown" ma:internalName="Background">
      <xsd:simpleType>
        <xsd:restriction base="dms:Boolean"/>
      </xsd:simpleType>
    </xsd:element>
    <xsd:element name="MediaServiceSearchProperties" ma:index="29" nillable="true" ma:displayName="MediaServiceSearchProperties" ma:hidden="true" ma:internalName="MediaServiceSearchProperties" ma:readOnly="true">
      <xsd:simpleType>
        <xsd:restriction base="dms:Note"/>
      </xsd:simpleType>
    </xsd:element>
    <xsd:element name="MediaServiceDocTags" ma:index="30" nillable="true" ma:displayName="MediaServiceDocTags" ma:hidden="true" ma:internalName="MediaServiceDocTags" ma:readOnly="true">
      <xsd:simpleType>
        <xsd:restriction base="dms:Note"/>
      </xsd:simpleType>
    </xsd:element>
    <xsd:element name="MediaServiceObjectDetectorVersions" ma:index="31" nillable="true" ma:displayName="MediaServiceObjectDetectorVersions" ma:description="" ma:hidden="true" ma:indexed="true" ma:internalName="MediaServiceObjectDetectorVersions" ma:readOnly="true">
      <xsd:simpleType>
        <xsd:restriction base="dms:Text"/>
      </xsd:simpleType>
    </xsd:element>
    <xsd:element name="MediaServiceSystemTags" ma:index="32" nillable="true" ma:displayName="MediaServiceSystemTags" ma:hidden="true" ma:internalName="MediaServiceSystemTags" ma:readOnly="true">
      <xsd:simpleType>
        <xsd:restriction base="dms:Note"/>
      </xsd:simpleType>
    </xsd:element>
  </xsd:schema>
  <xsd:schema xmlns:xsd="http://www.w3.org/2001/XMLSchema" xmlns:xs="http://www.w3.org/2001/XMLSchema" xmlns:dms="http://schemas.microsoft.com/office/2006/documentManagement/types" xmlns:pc="http://schemas.microsoft.com/office/infopath/2007/PartnerControls" targetNamespace="16c05727-aa75-4e4a-9b5f-8a80a1165891" elementFormDefault="qualified">
    <xsd:import namespace="http://schemas.microsoft.com/office/2006/documentManagement/types"/>
    <xsd:import namespace="http://schemas.microsoft.com/office/infopath/2007/PartnerControls"/>
    <xsd:element name="SharedWithUsers" ma:index="14" nillable="true" ma:displayName="Shared With" ma:hidden="true" ma:internalName="SharedWithUsers" ma:readOnly="true">
      <xsd:complexType>
        <xsd:complexContent>
          <xsd:extension base="dms:UserMulti">
            <xsd:sequence>
              <xsd:element name="UserInfo" minOccurs="0" maxOccurs="unbounded">
                <xsd:complexType>
                  <xsd:sequence>
                    <xsd:element name="DisplayName" type="xsd:string" minOccurs="0"/>
                    <xsd:element name="AccountId" type="dms:UserId" minOccurs="0" nillable="true"/>
                    <xsd:element name="AccountType" type="xsd:string" minOccurs="0"/>
                  </xsd:sequence>
                </xsd:complexType>
              </xsd:element>
            </xsd:sequence>
          </xsd:extension>
        </xsd:complexContent>
      </xsd:complexType>
    </xsd:element>
    <xsd:element name="SharedWithDetails" ma:index="15" nillable="true" ma:displayName="Shared With Details" ma:hidden="true" ma:internalName="SharedWithDetails" ma:readOnly="true">
      <xsd:simpleType>
        <xsd:restriction base="dms:Note"/>
      </xsd:simpleType>
    </xsd:element>
  </xsd:schema>
  <xsd:schema xmlns:xsd="http://www.w3.org/2001/XMLSchema" xmlns:xs="http://www.w3.org/2001/XMLSchema" xmlns:dms="http://schemas.microsoft.com/office/2006/documentManagement/types" xmlns:pc="http://schemas.microsoft.com/office/infopath/2007/PartnerControls" targetNamespace="230e9df3-be65-4c73-a93b-d1236ebd677e" elementFormDefault="qualified">
    <xsd:import namespace="http://schemas.microsoft.com/office/2006/documentManagement/types"/>
    <xsd:import namespace="http://schemas.microsoft.com/office/infopath/2007/PartnerControls"/>
    <xsd:element name="TaxCatchAll" ma:index="23" nillable="true" ma:displayName="Taxonomy Catch All Column" ma:hidden="true" ma:list="{3f6bfcbc-3db3-4ae6-bd76-326f0798ad28}" ma:internalName="TaxCatchAll" ma:readOnly="false" ma:showField="CatchAllData" ma:web="16c05727-aa75-4e4a-9b5f-8a80a1165891">
      <xsd:complexType>
        <xsd:complexContent>
          <xsd:extension base="dms:MultiChoiceLookup">
            <xsd:sequence>
              <xsd:element name="Value" type="dms:Lookup" maxOccurs="unbounded" minOccurs="0" nillable="true"/>
            </xsd:sequence>
          </xsd:extension>
        </xsd:complexContent>
      </xsd:complexType>
    </xsd:element>
  </xsd:schema>
  <xsd:schema xmlns="http://schemas.openxmlformats.org/package/2006/metadata/core-properties" xmlns:xsd="http://www.w3.org/2001/XMLSchema" xmlns:xsi="http://www.w3.org/2001/XMLSchema-instance" xmlns:dc="http://purl.org/dc/elements/1.1/" xmlns:dcterms="http://purl.org/dc/terms/" xmlns:odoc="http://schemas.microsoft.com/internal/obd" targetNamespace="http://schemas.openxmlformats.org/package/2006/metadata/core-properties" elementFormDefault="qualified" attributeFormDefault="unqualified" blockDefault="#all">
    <xsd:import namespace="http://purl.org/dc/elements/1.1/" schemaLocation="http://dublincore.org/schemas/xmls/qdc/2003/04/02/dc.xsd"/>
    <xsd:import namespace="http://purl.org/dc/terms/" schemaLocation="http://dublincore.org/schemas/xmls/qdc/2003/04/02/dcterms.xsd"/>
    <xsd:element name="coreProperties" type="CT_coreProperties"/>
    <xsd:complexType name="CT_coreProperties">
      <xsd:all>
        <xsd:element ref="dc:creator" minOccurs="0" maxOccurs="1"/>
        <xsd:element ref="dcterms:created" minOccurs="0" maxOccurs="1"/>
        <xsd:element ref="dc:identifier" minOccurs="0" maxOccurs="1"/>
        <xsd:element name="contentType" minOccurs="0" maxOccurs="1" type="xsd:string" ma:displayName="Content Type"/>
        <xsd:element ref="dc:title" minOccurs="0" maxOccurs="1" ma:index="1" ma:displayName="Title"/>
        <xsd:element ref="dc:subject" minOccurs="0" maxOccurs="1"/>
        <xsd:element ref="dc:description" minOccurs="0" maxOccurs="1"/>
        <xsd:element name="keywords" minOccurs="0" maxOccurs="1" type="xsd:string"/>
        <xsd:element ref="dc:language" minOccurs="0" maxOccurs="1"/>
        <xsd:element name="category" minOccurs="0" maxOccurs="1" type="xsd:string"/>
        <xsd:element name="version" minOccurs="0" maxOccurs="1" type="xsd:string"/>
        <xsd:element name="revision" minOccurs="0" maxOccurs="1" type="xsd:string">
          <xsd:annotation>
            <xsd:documentation>
                        This value indicates the number of saves or revisions. The application is responsible for updating this value after each revision.
                    </xsd:documentation>
          </xsd:annotation>
        </xsd:element>
        <xsd:element name="lastModifiedBy" minOccurs="0" maxOccurs="1" type="xsd:string"/>
        <xsd:element ref="dcterms:modified" minOccurs="0" maxOccurs="1"/>
        <xsd:element name="contentStatus" minOccurs="0" maxOccurs="1" type="xsd:string"/>
      </xsd:all>
    </xsd:complexType>
  </xsd:schema>
  <xs:schema xmlns:pc="http://schemas.microsoft.com/office/infopath/2007/PartnerControls" xmlns:xs="http://www.w3.org/2001/XMLSchema" targetNamespace="http://schemas.microsoft.com/office/infopath/2007/PartnerControls" elementFormDefault="qualified" attributeFormDefault="unqualified">
    <xs:element name="Person">
      <xs:complexType>
        <xs:sequence>
          <xs:element ref="pc:DisplayName" minOccurs="0"/>
          <xs:element ref="pc:AccountId" minOccurs="0"/>
          <xs:element ref="pc:AccountType" minOccurs="0"/>
        </xs:sequence>
      </xs:complexType>
    </xs:element>
    <xs:element name="DisplayName" type="xs:string"/>
    <xs:element name="AccountId" type="xs:string"/>
    <xs:element name="AccountType" type="xs:string"/>
    <xs:element name="BDCAssociatedEntity">
      <xs:complexType>
        <xs:sequence>
          <xs:element ref="pc:BDCEntity" minOccurs="0" maxOccurs="unbounded"/>
        </xs:sequence>
        <xs:attribute ref="pc:EntityNamespace"/>
        <xs:attribute ref="pc:EntityName"/>
        <xs:attribute ref="pc:SystemInstanceName"/>
        <xs:attribute ref="pc:AssociationName"/>
      </xs:complexType>
    </xs:element>
    <xs:attribute name="EntityNamespace" type="xs:string"/>
    <xs:attribute name="EntityName" type="xs:string"/>
    <xs:attribute name="SystemInstanceName" type="xs:string"/>
    <xs:attribute name="AssociationName" type="xs:string"/>
    <xs:element name="BDCEntity">
      <xs:complexType>
        <xs:sequence>
          <xs:element ref="pc:EntityDisplayName" minOccurs="0"/>
          <xs:element ref="pc:EntityInstanceReference" minOccurs="0"/>
          <xs:element ref="pc:EntityId1" minOccurs="0"/>
          <xs:element ref="pc:EntityId2" minOccurs="0"/>
          <xs:element ref="pc:EntityId3" minOccurs="0"/>
          <xs:element ref="pc:EntityId4" minOccurs="0"/>
          <xs:element ref="pc:EntityId5" minOccurs="0"/>
        </xs:sequence>
      </xs:complexType>
    </xs:element>
    <xs:element name="EntityDisplayName" type="xs:string"/>
    <xs:element name="EntityInstanceReference" type="xs:string"/>
    <xs:element name="EntityId1" type="xs:string"/>
    <xs:element name="EntityId2" type="xs:string"/>
    <xs:element name="EntityId3" type="xs:string"/>
    <xs:element name="EntityId4" type="xs:string"/>
    <xs:element name="EntityId5" type="xs:string"/>
    <xs:element name="Terms">
      <xs:complexType>
        <xs:sequence>
          <xs:element ref="pc:TermInfo" minOccurs="0" maxOccurs="unbounded"/>
        </xs:sequence>
      </xs:complexType>
    </xs:element>
    <xs:element name="TermInfo">
      <xs:complexType>
        <xs:sequence>
          <xs:element ref="pc:TermName" minOccurs="0"/>
          <xs:element ref="pc:TermId" minOccurs="0"/>
        </xs:sequence>
      </xs:complexType>
    </xs:element>
    <xs:element name="TermName" type="xs:string"/>
    <xs:element name="TermId" type="xs:string"/>
  </xs:schema>
</ct:contentTypeSchema>
</file>

<file path=customXml/itemProps1.xml><?xml version="1.0" encoding="utf-8"?>
<ds:datastoreItem xmlns:ds="http://schemas.openxmlformats.org/officeDocument/2006/customXml" ds:itemID="{80D7C3E5-1734-4636-9EC5-AEB06BF1FB20}">
  <ds:schemaRefs>
    <ds:schemaRef ds:uri="http://schemas.microsoft.com/office/2006/metadata/properties"/>
    <ds:schemaRef ds:uri="http://schemas.microsoft.com/office/infopath/2007/PartnerControls"/>
    <ds:schemaRef ds:uri="71af3243-3dd4-4a8d-8c0d-dd76da1f02a5"/>
    <ds:schemaRef ds:uri="http://schemas.microsoft.com/sharepoint/v3"/>
    <ds:schemaRef ds:uri="230e9df3-be65-4c73-a93b-d1236ebd677e"/>
  </ds:schemaRefs>
</ds:datastoreItem>
</file>

<file path=customXml/itemProps2.xml><?xml version="1.0" encoding="utf-8"?>
<ds:datastoreItem xmlns:ds="http://schemas.openxmlformats.org/officeDocument/2006/customXml" ds:itemID="{4C5C2001-E626-4890-B405-22B5BD1CB05A}">
  <ds:schemaRefs>
    <ds:schemaRef ds:uri="http://schemas.microsoft.com/sharepoint/v3/contenttype/forms"/>
  </ds:schemaRefs>
</ds:datastoreItem>
</file>

<file path=customXml/itemProps3.xml><?xml version="1.0" encoding="utf-8"?>
<ds:datastoreItem xmlns:ds="http://schemas.openxmlformats.org/officeDocument/2006/customXml" ds:itemID="{55453AF4-4FB0-4B39-9296-55DED383E987}">
  <ds:schemaRefs>
    <ds:schemaRef ds:uri="http://schemas.microsoft.com/office/2006/metadata/contentType"/>
    <ds:schemaRef ds:uri="http://schemas.microsoft.com/office/2006/metadata/properties/metaAttributes"/>
    <ds:schemaRef ds:uri="http://www.w3.org/2001/XMLSchema"/>
    <ds:schemaRef ds:uri="http://schemas.microsoft.com/office/2006/metadata/properties"/>
    <ds:schemaRef ds:uri="http://schemas.microsoft.com/sharepoint/v3"/>
    <ds:schemaRef ds:uri="71af3243-3dd4-4a8d-8c0d-dd76da1f02a5"/>
    <ds:schemaRef ds:uri="16c05727-aa75-4e4a-9b5f-8a80a1165891"/>
    <ds:schemaRef ds:uri="230e9df3-be65-4c73-a93b-d1236ebd677e"/>
    <ds:schemaRef ds:uri="http://schemas.microsoft.com/office/2006/documentManagement/types"/>
    <ds:schemaRef ds:uri="http://schemas.microsoft.com/office/infopath/2007/PartnerControls"/>
    <ds:schemaRef ds:uri="http://schemas.openxmlformats.org/package/2006/metadata/core-properties"/>
    <ds:schemaRef ds:uri="http://purl.org/dc/elements/1.1/"/>
    <ds:schemaRef ds:uri="http://purl.org/dc/terms/"/>
    <ds:schemaRef ds:uri="http://schemas.microsoft.com/internal/obd"/>
  </ds:schemaRefs>
</ds:datastoreItem>
</file>

<file path=docMetadata/LabelInfo.xml><?xml version="1.0" encoding="utf-8"?>
<clbl:labelList xmlns:clbl="http://schemas.microsoft.com/office/2020/mipLabelMetadata"/>
</file>

<file path=docProps/app.xml><?xml version="1.0" encoding="utf-8"?>
<Properties xmlns="http://schemas.openxmlformats.org/officeDocument/2006/extended-properties" xmlns:vt="http://schemas.openxmlformats.org/officeDocument/2006/docPropsVTypes">
  <Template>Mod overlay design</Template>
  <TotalTime>94</TotalTime>
  <Words>738</Words>
  <Application>Microsoft Office PowerPoint</Application>
  <PresentationFormat>Widescreen</PresentationFormat>
  <Paragraphs>116</Paragraphs>
  <Slides>17</Slides>
  <Notes>5</Notes>
  <HiddenSlides>0</HiddenSlides>
  <MMClips>0</MMClips>
  <ScaleCrop>false</ScaleCrop>
  <HeadingPairs>
    <vt:vector size="6" baseType="variant">
      <vt:variant>
        <vt:lpstr>Fonts Used</vt:lpstr>
      </vt:variant>
      <vt:variant>
        <vt:i4>6</vt:i4>
      </vt:variant>
      <vt:variant>
        <vt:lpstr>Theme</vt:lpstr>
      </vt:variant>
      <vt:variant>
        <vt:i4>1</vt:i4>
      </vt:variant>
      <vt:variant>
        <vt:lpstr>Slide Titles</vt:lpstr>
      </vt:variant>
      <vt:variant>
        <vt:i4>17</vt:i4>
      </vt:variant>
    </vt:vector>
  </HeadingPairs>
  <TitlesOfParts>
    <vt:vector size="24" baseType="lpstr">
      <vt:lpstr>Arial</vt:lpstr>
      <vt:lpstr>Arial Nova Light</vt:lpstr>
      <vt:lpstr>Calibri</vt:lpstr>
      <vt:lpstr>Courier New</vt:lpstr>
      <vt:lpstr>Elephant</vt:lpstr>
      <vt:lpstr>ui-monospace</vt:lpstr>
      <vt:lpstr>ModOverlayVTI</vt:lpstr>
      <vt:lpstr>  CampusGuard   Members:  Ashley Mthemba – u25072235  Tebello Mohohoma –   Navela Hlungwani –   </vt:lpstr>
      <vt:lpstr>System Description </vt:lpstr>
      <vt:lpstr>UML</vt:lpstr>
      <vt:lpstr>GoF Participant Mapping </vt:lpstr>
      <vt:lpstr>GoF Participant Mapping </vt:lpstr>
      <vt:lpstr>GoF Participant Mapping </vt:lpstr>
      <vt:lpstr>Justification for the Two Team-Selected Patterns  </vt:lpstr>
      <vt:lpstr>Behavioural Diagrams </vt:lpstr>
      <vt:lpstr>Behavioural Diagrams </vt:lpstr>
      <vt:lpstr>Behavioural Diagrams </vt:lpstr>
      <vt:lpstr>Design and Ownership Rationale  </vt:lpstr>
      <vt:lpstr>GDB Investigation   </vt:lpstr>
      <vt:lpstr>GDB Investigation   </vt:lpstr>
      <vt:lpstr>Valgrind Evidence           Before                 vs               After  </vt:lpstr>
      <vt:lpstr>Docker and Execution Instructions   </vt:lpstr>
      <vt:lpstr> GitHub Repository Link and Collaboration Reflection    </vt:lpstr>
      <vt:lpstr>Team Contribution Statements  </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creator>Mr. ATS Mthemba</dc:creator>
  <cp:lastModifiedBy>Mr. ATS Mthemba</cp:lastModifiedBy>
  <cp:revision>5</cp:revision>
  <dcterms:created xsi:type="dcterms:W3CDTF">2026-09-19T17:18:30Z</dcterms:created>
  <dcterms:modified xsi:type="dcterms:W3CDTF">2026-09-20T06:37:35Z</dcterms:modified>
</cp:coreProperties>
</file>

<file path=docProps/custom.xml><?xml version="1.0" encoding="utf-8"?>
<Properties xmlns="http://schemas.openxmlformats.org/officeDocument/2006/custom-properties" xmlns:vt="http://schemas.openxmlformats.org/officeDocument/2006/docPropsVTypes">
  <property fmtid="{D5CDD505-2E9C-101B-9397-08002B2CF9AE}" pid="2" name="ContentTypeId">
    <vt:lpwstr>0x01010079F111ED35F8CC479449609E8A0923A6</vt:lpwstr>
  </property>
</Properties>
</file>